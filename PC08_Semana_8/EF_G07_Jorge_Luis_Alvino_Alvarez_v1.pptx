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1" r:id="rId2"/>
  </p:sldMasterIdLst>
  <p:notesMasterIdLst>
    <p:notesMasterId r:id="rId57"/>
  </p:notesMasterIdLst>
  <p:sldIdLst>
    <p:sldId id="256" r:id="rId3"/>
    <p:sldId id="346" r:id="rId4"/>
    <p:sldId id="353" r:id="rId5"/>
    <p:sldId id="354" r:id="rId6"/>
    <p:sldId id="355" r:id="rId7"/>
    <p:sldId id="380" r:id="rId8"/>
    <p:sldId id="356" r:id="rId9"/>
    <p:sldId id="357" r:id="rId10"/>
    <p:sldId id="358" r:id="rId11"/>
    <p:sldId id="381" r:id="rId12"/>
    <p:sldId id="359" r:id="rId13"/>
    <p:sldId id="398" r:id="rId14"/>
    <p:sldId id="396" r:id="rId15"/>
    <p:sldId id="397" r:id="rId16"/>
    <p:sldId id="383" r:id="rId17"/>
    <p:sldId id="384" r:id="rId18"/>
    <p:sldId id="385" r:id="rId19"/>
    <p:sldId id="399" r:id="rId20"/>
    <p:sldId id="400" r:id="rId21"/>
    <p:sldId id="382" r:id="rId22"/>
    <p:sldId id="360" r:id="rId23"/>
    <p:sldId id="361" r:id="rId24"/>
    <p:sldId id="387" r:id="rId25"/>
    <p:sldId id="390" r:id="rId26"/>
    <p:sldId id="386" r:id="rId27"/>
    <p:sldId id="362" r:id="rId28"/>
    <p:sldId id="365" r:id="rId29"/>
    <p:sldId id="366" r:id="rId30"/>
    <p:sldId id="395" r:id="rId31"/>
    <p:sldId id="391" r:id="rId32"/>
    <p:sldId id="392" r:id="rId33"/>
    <p:sldId id="393" r:id="rId34"/>
    <p:sldId id="394" r:id="rId35"/>
    <p:sldId id="408" r:id="rId36"/>
    <p:sldId id="363" r:id="rId37"/>
    <p:sldId id="364" r:id="rId38"/>
    <p:sldId id="401" r:id="rId39"/>
    <p:sldId id="402" r:id="rId40"/>
    <p:sldId id="403" r:id="rId41"/>
    <p:sldId id="367" r:id="rId42"/>
    <p:sldId id="368" r:id="rId43"/>
    <p:sldId id="407" r:id="rId44"/>
    <p:sldId id="370" r:id="rId45"/>
    <p:sldId id="374" r:id="rId46"/>
    <p:sldId id="404" r:id="rId47"/>
    <p:sldId id="405" r:id="rId48"/>
    <p:sldId id="406" r:id="rId49"/>
    <p:sldId id="371" r:id="rId50"/>
    <p:sldId id="375" r:id="rId51"/>
    <p:sldId id="372" r:id="rId52"/>
    <p:sldId id="376" r:id="rId53"/>
    <p:sldId id="377" r:id="rId54"/>
    <p:sldId id="378" r:id="rId55"/>
    <p:sldId id="379" r:id="rId56"/>
  </p:sldIdLst>
  <p:sldSz cx="16281400" cy="9169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8" userDrawn="1">
          <p15:clr>
            <a:srgbClr val="747775"/>
          </p15:clr>
        </p15:guide>
        <p15:guide id="2" pos="5128"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B343EA-EF99-0E86-8915-EF5360515CFA}" name="Veronica Margarita Sanchez Sandoval" initials="VS" userId="S::veronica.sanchez@upn.edu.pe::3d75d633-225f-4577-bf68-d38b52dc3f4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00FF"/>
    <a:srgbClr val="FFB818"/>
    <a:srgbClr val="A0D7FF"/>
    <a:srgbClr val="FEBA31"/>
    <a:srgbClr val="FFECC1"/>
    <a:srgbClr val="FFB819"/>
    <a:srgbClr val="BE5EFF"/>
    <a:srgbClr val="FF5EE8"/>
    <a:srgbClr val="00B9FF"/>
    <a:srgbClr val="B9E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64" autoAdjust="0"/>
    <p:restoredTop sz="91888" autoAdjust="0"/>
  </p:normalViewPr>
  <p:slideViewPr>
    <p:cSldViewPr snapToGrid="0">
      <p:cViewPr varScale="1">
        <p:scale>
          <a:sx n="72" d="100"/>
          <a:sy n="72" d="100"/>
        </p:scale>
        <p:origin x="90" y="204"/>
      </p:cViewPr>
      <p:guideLst>
        <p:guide orient="horz" pos="2888"/>
        <p:guide pos="51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PE"/>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a:p>
        </p:txBody>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No colocar número de semana. No colocar el nombre del docente.</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2a79da227a_0_7: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a:p>
        </p:txBody>
      </p:sp>
      <p:sp>
        <p:nvSpPr>
          <p:cNvPr id="73" name="Google Shape;73;g22a79da227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Personar el slide/ diapositiva de acuerdo al tema desarrollado (activador y desarrollo de contenidos).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24B18C32-5C1E-D803-670B-98E80341F699}"/>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E5A2D0DE-C218-89D4-9520-D26226713DD7}"/>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a:p>
        </p:txBody>
      </p:sp>
      <p:sp>
        <p:nvSpPr>
          <p:cNvPr id="84" name="Google Shape;84;g22b2454f4e7_0_48:notes">
            <a:extLst>
              <a:ext uri="{FF2B5EF4-FFF2-40B4-BE49-F238E27FC236}">
                <a16:creationId xmlns:a16="http://schemas.microsoft.com/office/drawing/2014/main" id="{D31BE788-78C3-8A90-B54D-5E3BD4557D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285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48CD2553-6648-ABDC-CDCA-DE3077CA7F09}"/>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B312AE3E-E1EE-20F4-516D-A37457F4C70C}"/>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a:p>
        </p:txBody>
      </p:sp>
      <p:sp>
        <p:nvSpPr>
          <p:cNvPr id="84" name="Google Shape;84;g22b2454f4e7_0_48:notes">
            <a:extLst>
              <a:ext uri="{FF2B5EF4-FFF2-40B4-BE49-F238E27FC236}">
                <a16:creationId xmlns:a16="http://schemas.microsoft.com/office/drawing/2014/main" id="{F5A5B279-326F-21C8-6E13-30EAE96271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4993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46F8678F-50C8-4E65-E0B9-5EA5C7F2E26F}"/>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8C3E8D31-10F2-AA2B-0516-162563AB1F37}"/>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a:p>
        </p:txBody>
      </p:sp>
      <p:sp>
        <p:nvSpPr>
          <p:cNvPr id="84" name="Google Shape;84;g22b2454f4e7_0_48:notes">
            <a:extLst>
              <a:ext uri="{FF2B5EF4-FFF2-40B4-BE49-F238E27FC236}">
                <a16:creationId xmlns:a16="http://schemas.microsoft.com/office/drawing/2014/main" id="{B3BD150F-BCD7-B9A3-5CEF-E61ADE3670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36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06B49CCA-8786-332F-F6CC-5189C10D45DC}"/>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5C849016-87FB-7875-EC54-A08D67443988}"/>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4760B4A7-3286-BE17-69AC-DB8F2F4E55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83151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75570D35-D9C1-FF01-8FEB-9CDC71A5EEA2}"/>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C62C3958-8E7E-E26E-41FA-9EADFD5864F0}"/>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670F4F28-F660-BBD0-5B82-D43A718847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3112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EA8AC408-08BF-C19F-3AC0-747BB32B09F1}"/>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3AB970AE-8186-6F37-6033-AAFEE217FE77}"/>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7C3A412D-BAF1-A199-D4D6-6C76F8A48D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64420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C41718CB-D400-5916-014C-DDCB79D2BD22}"/>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655BFC72-85EC-1B00-2126-C19267FAF6D3}"/>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77968062-D66F-6A0D-3F32-779C3F5370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99144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902F767C-4ACB-F0E7-D472-4F5F757828BF}"/>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F72E5AFC-3AFB-4898-0678-025197509720}"/>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0CED2FD8-6AB5-FB73-D009-FD88D62FA6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8340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36BBCDAE-4DAB-9A9F-30A8-7B3050070B80}"/>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C59B5214-398C-F4E0-E4BF-FF7BA5AF2E88}"/>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ABAF19BD-8DA3-754E-412C-1E05B589D3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842155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74630EDF-96FE-A9B6-1833-7F643DFF7E89}"/>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E9548740-7FD4-7735-B7F5-2EB6FE220D8F}"/>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F82081A3-E24C-ED67-370C-85BDD627D3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31162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7F12E24D-F00C-23A0-A4E3-7F89D9F8D125}"/>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D7D9CCCD-631E-F0B9-FFBF-76DF7730A3B1}"/>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3A8E7F02-3071-3A95-5077-C6564130FB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28612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56476062-A79F-E361-C2B2-294918CC74B1}"/>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82ECB62E-199A-61D3-6D81-7CF559B9065D}"/>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35B49538-724C-785A-0DBE-DDF9629DE3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9851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076CF37B-5C4C-8B00-5D60-61B3ED83F4D8}"/>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73B3FAE8-7F7C-E12A-A014-47C6E8801280}"/>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0898EA0B-2FA2-9C17-BC56-2A62443557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43554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BB6EDD60-1DE8-FDF8-03F0-E727A45BB5E7}"/>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1ECE3473-A715-AE57-69A0-4C09385CB5A9}"/>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F86196C0-FD5A-0C0B-E6AF-4A9523305F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63998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016D64C0-382A-2CC1-A494-2088A6662A84}"/>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2B7418FB-A0E2-0890-89DD-259A49A10451}"/>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6649F102-CD33-2523-F6C8-7D03B35673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319096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FD8DEBF2-AB2E-BFE0-DEBE-49A2D7C09FF1}"/>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E3F2CFDB-C278-FA93-A558-1579132503DF}"/>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5D6A2271-BB4B-BA38-BEFE-41B050CF5F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4060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65B63FF2-5C62-DFB7-56A9-816D94D8EE39}"/>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8B31B859-4826-BBCB-97D8-36318E2A2045}"/>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92680CA8-F42F-52E4-AAEA-257A752816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7585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104BCDDA-9942-88AC-C6EB-608B8D9EE8DA}"/>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B6426976-C34F-8AE9-EE57-2AA37C9441BF}"/>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4B07B626-DAD1-857A-4698-0B616A943C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881778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19EF1CB4-2BAA-EBE8-0C66-B74E4FAC57E2}"/>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A22E94B8-2D0A-6805-E269-38943CC15020}"/>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6D2DECF9-38EC-83BF-3BC7-64767692DC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1880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CAC74A7B-0363-65EB-09A4-27A74F977483}"/>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B0C7F11E-0036-C206-377C-26FDAB795933}"/>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47D625A4-CC70-3268-19CC-4A6021DED6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20631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12C214C7-0D7A-60FE-66FD-CD8FA0B3460E}"/>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9D349BC4-7BAD-A70C-90F8-4819A16A25D3}"/>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257C0F0F-9095-23A4-D157-170CAFE8D0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69292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79D242FF-FE11-B4CA-C41D-998CD1E7AD54}"/>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14B65D2D-6F6B-0779-4ECD-1C69BE07772D}"/>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3D4E5899-A60B-9575-F765-C76B520DAF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60514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4E4326E7-07BE-2BA8-BF94-A600A90753AC}"/>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3C25E7E0-4C38-B10F-15F1-AFD1BC4948EF}"/>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237489D3-8881-9343-1AC7-5146EEB02C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98733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FBC71636-F662-643F-7777-F7B5E34F5EA2}"/>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0144A224-AF8C-07D7-14E5-6F43EA71A455}"/>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C535B266-18F2-C726-C5D6-5288A1B9FE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61058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E936550E-FCEA-0946-FEC6-66DA9CF3387B}"/>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B7518BE7-598F-3343-CED8-74C483A4DC84}"/>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CB14FAD7-B9AA-3C0F-C067-7C50AB4748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120570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E71C7186-0A4C-9B28-39DD-7868717B0775}"/>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B415829D-249C-7FF7-4F46-9CD36A42D5FF}"/>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41711854-0079-4853-3423-A9DD3E5904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486412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291EBCA4-9796-6343-2386-E1C7D839427F}"/>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671FE19F-9977-5310-D655-83FCD840AA5D}"/>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094B221F-DC10-C919-9E52-3F50065F22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333318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961073D0-15E9-9B6C-20A3-9601A0314875}"/>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15B2B736-41E0-5F15-5349-B0726AB087C0}"/>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64F77406-8604-8ECE-B17A-447BEF9297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881629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2C5B548C-B3CD-CFE4-1D0D-A838BC8ABDFB}"/>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9CCF4194-03F4-E524-6C2A-73A3D18FD132}"/>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51A1969B-1A4A-65DE-EEFE-3A6724623F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337519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00594335-9590-2882-FF28-577CDA7AA816}"/>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2F1E77A5-1795-81C7-E5BB-12FB4C7C4BF8}"/>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E382D87D-A25F-755F-86A8-2B58F7D9FE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088968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205B66EC-539A-0A86-8076-9F054CA0D25B}"/>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0D72AE40-BC5A-9A4B-62E3-442527043533}"/>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EA25B9EB-ED5E-83ED-890C-BDA322B7A8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02968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51EE38AD-5DC7-2DF3-5C26-DE35DB487E00}"/>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1DFBB83A-03AF-8078-E824-51F722E21C6B}"/>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62FE5D64-236A-8190-A73C-FA6E15AF61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41024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82A93557-BD78-70AA-0455-B7843FFF137D}"/>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311D3DF9-5017-CEDA-C406-8A369F6D4B78}"/>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EA34E645-9D76-D82B-4032-B377D14167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828763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264E05E8-074A-7056-CD48-3EB9B13241EB}"/>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BD4BAE15-CBAE-C1F8-A513-4467A8905FBC}"/>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CCED1292-1F19-5AFA-532B-221353947B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605117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90DFE4F6-E02E-C348-1450-BA70E59EEEBE}"/>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B149580F-E313-9AC2-B476-61D197D58AC2}"/>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7563EDC8-9EF0-EF99-C3EB-7A227BDFAE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867138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7A1BE976-2ED0-F8AB-EC99-82E1B8A5D95A}"/>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4EA5D071-857A-58D5-DCAB-74A393EC68C8}"/>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A87D6745-2F1F-2265-A1BD-F5A5E1B457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224263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7253E635-6915-5A9E-7F66-779A0C17A27B}"/>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FE90DC0C-2E9D-7E1C-F4D1-0CE515BB3D44}"/>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81EF017D-EB94-03E0-17F4-4B0B820F37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430952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9E05016D-17CE-D3F1-3552-DC650670334F}"/>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C8FFFA95-175C-A6C3-371D-C26F7334F5C3}"/>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211AB622-3757-81B5-2817-9B8B49B109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453137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86026EDA-5451-05DC-EA4B-B20F25740848}"/>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448C553B-99DF-0271-809C-0D7E43B4A19D}"/>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83A57BB5-6B4E-36D0-C40C-50FE890C80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24664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2289319F-9B8C-6156-1E88-DC7147456178}"/>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8CC8A41B-65B5-A577-703C-DECD4176B4D1}"/>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CEFED875-D034-9ED8-52DF-24F4D41789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916192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A57F142A-3372-A598-5924-F9DC1B6DB423}"/>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7031E397-054F-DE8F-5778-5EA450779984}"/>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A48FBAFC-1C8C-22A6-976B-C9EE051E4B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561769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443135E4-02EB-7E4B-F0BF-A54F9E57EA9D}"/>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7DEF8D67-D596-7458-8F0F-924E99BDED41}"/>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9DAB5312-19C4-98E9-A36A-89680DE80B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65569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862F6030-1C7B-293D-6C01-EF2C89AB5001}"/>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541B1F16-9FE5-70C6-0915-17E4CE99972D}"/>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E84770B1-0673-39E4-2AB0-D7E009C493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058582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CBCE407F-2B95-F239-8420-ABD01F8570D7}"/>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79343A6A-4965-C1F7-574C-AA885AA1E971}"/>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1D6CE412-A6DD-2D4C-2DB6-7A2DEB260A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141070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20FE0718-67BB-1EBC-0426-463F0B57C431}"/>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E4DA8AEE-B1D2-509A-0C11-FE4C821503F6}"/>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2F623A4B-5778-AFFE-CD70-6C198233F9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95882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D1253A0C-D7DA-AD19-DBD4-E3D2E3D210D1}"/>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577DC586-1A96-102A-0CAC-7EDF377D4E02}"/>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9A98D9BD-AE26-44A0-C360-1F827AB950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543175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063898A8-E3BF-EA4E-642B-25D70EC6BCDE}"/>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BCAEA582-1AC8-B64B-A70F-D1B6FEC0998A}"/>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F6C19948-613E-3FB6-A4EC-2FECFA2058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33784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65306299-289E-AE78-E0E2-6B3730D18A0F}"/>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AC9C0B65-9B83-553F-2743-7429B274BB7E}"/>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6BF955D9-5929-C9A8-D94E-435A8F6710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710035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BFC89936-F91C-B499-5A18-C87EAB8E2B94}"/>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6B8D3ABA-148F-DF0C-B463-D747C955F696}"/>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2BE4BF82-4DF8-5C66-870E-4F26DD1D2B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133893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6F37290D-3991-3995-C9AE-F498F8FB8173}"/>
            </a:ext>
          </a:extLst>
        </p:cNvPr>
        <p:cNvGrpSpPr/>
        <p:nvPr/>
      </p:nvGrpSpPr>
      <p:grpSpPr>
        <a:xfrm>
          <a:off x="0" y="0"/>
          <a:ext cx="0" cy="0"/>
          <a:chOff x="0" y="0"/>
          <a:chExt cx="0" cy="0"/>
        </a:xfrm>
      </p:grpSpPr>
      <p:sp>
        <p:nvSpPr>
          <p:cNvPr id="83" name="Google Shape;83;g22b2454f4e7_0_48:notes">
            <a:extLst>
              <a:ext uri="{FF2B5EF4-FFF2-40B4-BE49-F238E27FC236}">
                <a16:creationId xmlns:a16="http://schemas.microsoft.com/office/drawing/2014/main" id="{2738524D-042C-9E28-3741-496EA4B8DE4E}"/>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4" name="Google Shape;84;g22b2454f4e7_0_48:notes">
            <a:extLst>
              <a:ext uri="{FF2B5EF4-FFF2-40B4-BE49-F238E27FC236}">
                <a16:creationId xmlns:a16="http://schemas.microsoft.com/office/drawing/2014/main" id="{A66B814F-9527-CD44-8A66-633A8DDC73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15036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7EFC1A3F-8B25-E778-23BC-8EBCC7436C87}"/>
            </a:ext>
          </a:extLst>
        </p:cNvPr>
        <p:cNvGrpSpPr/>
        <p:nvPr/>
      </p:nvGrpSpPr>
      <p:grpSpPr>
        <a:xfrm>
          <a:off x="0" y="0"/>
          <a:ext cx="0" cy="0"/>
          <a:chOff x="0" y="0"/>
          <a:chExt cx="0" cy="0"/>
        </a:xfrm>
      </p:grpSpPr>
      <p:sp>
        <p:nvSpPr>
          <p:cNvPr id="66" name="Google Shape;66;g22b2454f4e7_0_79:notes">
            <a:extLst>
              <a:ext uri="{FF2B5EF4-FFF2-40B4-BE49-F238E27FC236}">
                <a16:creationId xmlns:a16="http://schemas.microsoft.com/office/drawing/2014/main" id="{45371189-DC70-AFEB-3A2D-03EBCE8873BF}"/>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67" name="Google Shape;67;g22b2454f4e7_0_79:notes">
            <a:extLst>
              <a:ext uri="{FF2B5EF4-FFF2-40B4-BE49-F238E27FC236}">
                <a16:creationId xmlns:a16="http://schemas.microsoft.com/office/drawing/2014/main" id="{2B0EC8CE-3E81-D872-D1F8-FF1EAABCBD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27907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555013" y="1327366"/>
            <a:ext cx="15171402" cy="3659203"/>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9259"/>
            </a:lvl1pPr>
            <a:lvl2pPr lvl="1" algn="ctr">
              <a:spcBef>
                <a:spcPts val="0"/>
              </a:spcBef>
              <a:spcAft>
                <a:spcPts val="0"/>
              </a:spcAft>
              <a:buSzPts val="5200"/>
              <a:buNone/>
              <a:defRPr sz="9259"/>
            </a:lvl2pPr>
            <a:lvl3pPr lvl="2" algn="ctr">
              <a:spcBef>
                <a:spcPts val="0"/>
              </a:spcBef>
              <a:spcAft>
                <a:spcPts val="0"/>
              </a:spcAft>
              <a:buSzPts val="5200"/>
              <a:buNone/>
              <a:defRPr sz="9259"/>
            </a:lvl3pPr>
            <a:lvl4pPr lvl="3" algn="ctr">
              <a:spcBef>
                <a:spcPts val="0"/>
              </a:spcBef>
              <a:spcAft>
                <a:spcPts val="0"/>
              </a:spcAft>
              <a:buSzPts val="5200"/>
              <a:buNone/>
              <a:defRPr sz="9259"/>
            </a:lvl4pPr>
            <a:lvl5pPr lvl="4" algn="ctr">
              <a:spcBef>
                <a:spcPts val="0"/>
              </a:spcBef>
              <a:spcAft>
                <a:spcPts val="0"/>
              </a:spcAft>
              <a:buSzPts val="5200"/>
              <a:buNone/>
              <a:defRPr sz="9259"/>
            </a:lvl5pPr>
            <a:lvl6pPr lvl="5" algn="ctr">
              <a:spcBef>
                <a:spcPts val="0"/>
              </a:spcBef>
              <a:spcAft>
                <a:spcPts val="0"/>
              </a:spcAft>
              <a:buSzPts val="5200"/>
              <a:buNone/>
              <a:defRPr sz="9259"/>
            </a:lvl6pPr>
            <a:lvl7pPr lvl="6" algn="ctr">
              <a:spcBef>
                <a:spcPts val="0"/>
              </a:spcBef>
              <a:spcAft>
                <a:spcPts val="0"/>
              </a:spcAft>
              <a:buSzPts val="5200"/>
              <a:buNone/>
              <a:defRPr sz="9259"/>
            </a:lvl7pPr>
            <a:lvl8pPr lvl="7" algn="ctr">
              <a:spcBef>
                <a:spcPts val="0"/>
              </a:spcBef>
              <a:spcAft>
                <a:spcPts val="0"/>
              </a:spcAft>
              <a:buSzPts val="5200"/>
              <a:buNone/>
              <a:defRPr sz="9259"/>
            </a:lvl8pPr>
            <a:lvl9pPr lvl="8" algn="ctr">
              <a:spcBef>
                <a:spcPts val="0"/>
              </a:spcBef>
              <a:spcAft>
                <a:spcPts val="0"/>
              </a:spcAft>
              <a:buSzPts val="5200"/>
              <a:buNone/>
              <a:defRPr sz="9259"/>
            </a:lvl9pPr>
          </a:lstStyle>
          <a:p>
            <a:endParaRPr/>
          </a:p>
        </p:txBody>
      </p:sp>
      <p:sp>
        <p:nvSpPr>
          <p:cNvPr id="11" name="Google Shape;11;p2"/>
          <p:cNvSpPr txBox="1">
            <a:spLocks noGrp="1"/>
          </p:cNvSpPr>
          <p:nvPr>
            <p:ph type="subTitle" idx="1"/>
          </p:nvPr>
        </p:nvSpPr>
        <p:spPr>
          <a:xfrm>
            <a:off x="554999" y="5052440"/>
            <a:ext cx="15171402" cy="1412981"/>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4986"/>
            </a:lvl1pPr>
            <a:lvl2pPr lvl="1" algn="ctr">
              <a:lnSpc>
                <a:spcPct val="100000"/>
              </a:lnSpc>
              <a:spcBef>
                <a:spcPts val="0"/>
              </a:spcBef>
              <a:spcAft>
                <a:spcPts val="0"/>
              </a:spcAft>
              <a:buSzPts val="2800"/>
              <a:buNone/>
              <a:defRPr sz="4986"/>
            </a:lvl2pPr>
            <a:lvl3pPr lvl="2" algn="ctr">
              <a:lnSpc>
                <a:spcPct val="100000"/>
              </a:lnSpc>
              <a:spcBef>
                <a:spcPts val="0"/>
              </a:spcBef>
              <a:spcAft>
                <a:spcPts val="0"/>
              </a:spcAft>
              <a:buSzPts val="2800"/>
              <a:buNone/>
              <a:defRPr sz="4986"/>
            </a:lvl3pPr>
            <a:lvl4pPr lvl="3" algn="ctr">
              <a:lnSpc>
                <a:spcPct val="100000"/>
              </a:lnSpc>
              <a:spcBef>
                <a:spcPts val="0"/>
              </a:spcBef>
              <a:spcAft>
                <a:spcPts val="0"/>
              </a:spcAft>
              <a:buSzPts val="2800"/>
              <a:buNone/>
              <a:defRPr sz="4986"/>
            </a:lvl4pPr>
            <a:lvl5pPr lvl="4" algn="ctr">
              <a:lnSpc>
                <a:spcPct val="100000"/>
              </a:lnSpc>
              <a:spcBef>
                <a:spcPts val="0"/>
              </a:spcBef>
              <a:spcAft>
                <a:spcPts val="0"/>
              </a:spcAft>
              <a:buSzPts val="2800"/>
              <a:buNone/>
              <a:defRPr sz="4986"/>
            </a:lvl5pPr>
            <a:lvl6pPr lvl="5" algn="ctr">
              <a:lnSpc>
                <a:spcPct val="100000"/>
              </a:lnSpc>
              <a:spcBef>
                <a:spcPts val="0"/>
              </a:spcBef>
              <a:spcAft>
                <a:spcPts val="0"/>
              </a:spcAft>
              <a:buSzPts val="2800"/>
              <a:buNone/>
              <a:defRPr sz="4986"/>
            </a:lvl6pPr>
            <a:lvl7pPr lvl="6" algn="ctr">
              <a:lnSpc>
                <a:spcPct val="100000"/>
              </a:lnSpc>
              <a:spcBef>
                <a:spcPts val="0"/>
              </a:spcBef>
              <a:spcAft>
                <a:spcPts val="0"/>
              </a:spcAft>
              <a:buSzPts val="2800"/>
              <a:buNone/>
              <a:defRPr sz="4986"/>
            </a:lvl7pPr>
            <a:lvl8pPr lvl="7" algn="ctr">
              <a:lnSpc>
                <a:spcPct val="100000"/>
              </a:lnSpc>
              <a:spcBef>
                <a:spcPts val="0"/>
              </a:spcBef>
              <a:spcAft>
                <a:spcPts val="0"/>
              </a:spcAft>
              <a:buSzPts val="2800"/>
              <a:buNone/>
              <a:defRPr sz="4986"/>
            </a:lvl8pPr>
            <a:lvl9pPr lvl="8" algn="ctr">
              <a:lnSpc>
                <a:spcPct val="100000"/>
              </a:lnSpc>
              <a:spcBef>
                <a:spcPts val="0"/>
              </a:spcBef>
              <a:spcAft>
                <a:spcPts val="0"/>
              </a:spcAft>
              <a:buSzPts val="2800"/>
              <a:buNone/>
              <a:defRPr sz="4986"/>
            </a:lvl9pPr>
          </a:lstStyle>
          <a:p>
            <a:endParaRPr/>
          </a:p>
        </p:txBody>
      </p:sp>
      <p:sp>
        <p:nvSpPr>
          <p:cNvPr id="12" name="Google Shape;12;p2"/>
          <p:cNvSpPr txBox="1">
            <a:spLocks noGrp="1"/>
          </p:cNvSpPr>
          <p:nvPr>
            <p:ph type="sldNum" idx="12"/>
          </p:nvPr>
        </p:nvSpPr>
        <p:spPr>
          <a:xfrm>
            <a:off x="15085682"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54999" y="3834355"/>
            <a:ext cx="15171402" cy="150069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6410"/>
            </a:lvl1pPr>
            <a:lvl2pPr lvl="1" algn="ctr">
              <a:spcBef>
                <a:spcPts val="0"/>
              </a:spcBef>
              <a:spcAft>
                <a:spcPts val="0"/>
              </a:spcAft>
              <a:buSzPts val="3600"/>
              <a:buNone/>
              <a:defRPr sz="6410"/>
            </a:lvl2pPr>
            <a:lvl3pPr lvl="2" algn="ctr">
              <a:spcBef>
                <a:spcPts val="0"/>
              </a:spcBef>
              <a:spcAft>
                <a:spcPts val="0"/>
              </a:spcAft>
              <a:buSzPts val="3600"/>
              <a:buNone/>
              <a:defRPr sz="6410"/>
            </a:lvl3pPr>
            <a:lvl4pPr lvl="3" algn="ctr">
              <a:spcBef>
                <a:spcPts val="0"/>
              </a:spcBef>
              <a:spcAft>
                <a:spcPts val="0"/>
              </a:spcAft>
              <a:buSzPts val="3600"/>
              <a:buNone/>
              <a:defRPr sz="6410"/>
            </a:lvl4pPr>
            <a:lvl5pPr lvl="4" algn="ctr">
              <a:spcBef>
                <a:spcPts val="0"/>
              </a:spcBef>
              <a:spcAft>
                <a:spcPts val="0"/>
              </a:spcAft>
              <a:buSzPts val="3600"/>
              <a:buNone/>
              <a:defRPr sz="6410"/>
            </a:lvl5pPr>
            <a:lvl6pPr lvl="5" algn="ctr">
              <a:spcBef>
                <a:spcPts val="0"/>
              </a:spcBef>
              <a:spcAft>
                <a:spcPts val="0"/>
              </a:spcAft>
              <a:buSzPts val="3600"/>
              <a:buNone/>
              <a:defRPr sz="6410"/>
            </a:lvl6pPr>
            <a:lvl7pPr lvl="6" algn="ctr">
              <a:spcBef>
                <a:spcPts val="0"/>
              </a:spcBef>
              <a:spcAft>
                <a:spcPts val="0"/>
              </a:spcAft>
              <a:buSzPts val="3600"/>
              <a:buNone/>
              <a:defRPr sz="6410"/>
            </a:lvl7pPr>
            <a:lvl8pPr lvl="7" algn="ctr">
              <a:spcBef>
                <a:spcPts val="0"/>
              </a:spcBef>
              <a:spcAft>
                <a:spcPts val="0"/>
              </a:spcAft>
              <a:buSzPts val="3600"/>
              <a:buNone/>
              <a:defRPr sz="6410"/>
            </a:lvl8pPr>
            <a:lvl9pPr lvl="8" algn="ctr">
              <a:spcBef>
                <a:spcPts val="0"/>
              </a:spcBef>
              <a:spcAft>
                <a:spcPts val="0"/>
              </a:spcAft>
              <a:buSzPts val="3600"/>
              <a:buNone/>
              <a:defRPr sz="6410"/>
            </a:lvl9pPr>
          </a:lstStyle>
          <a:p>
            <a:endParaRPr/>
          </a:p>
        </p:txBody>
      </p:sp>
      <p:sp>
        <p:nvSpPr>
          <p:cNvPr id="15" name="Google Shape;15;p3"/>
          <p:cNvSpPr txBox="1">
            <a:spLocks noGrp="1"/>
          </p:cNvSpPr>
          <p:nvPr>
            <p:ph type="sldNum" idx="12"/>
          </p:nvPr>
        </p:nvSpPr>
        <p:spPr>
          <a:xfrm>
            <a:off x="15085682"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54999" y="793353"/>
            <a:ext cx="15171402" cy="1020961"/>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554999" y="2054536"/>
            <a:ext cx="15171402" cy="6090471"/>
          </a:xfrm>
          <a:prstGeom prst="rect">
            <a:avLst/>
          </a:prstGeom>
        </p:spPr>
        <p:txBody>
          <a:bodyPr spcFirstLastPara="1" wrap="square" lIns="91425" tIns="91425" rIns="91425" bIns="91425" anchor="t" anchorCtr="0">
            <a:normAutofit/>
          </a:bodyPr>
          <a:lstStyle>
            <a:lvl1pPr marL="814090" lvl="0" indent="-610568">
              <a:spcBef>
                <a:spcPts val="0"/>
              </a:spcBef>
              <a:spcAft>
                <a:spcPts val="0"/>
              </a:spcAft>
              <a:buSzPts val="1800"/>
              <a:buChar char="●"/>
              <a:defRPr/>
            </a:lvl1pPr>
            <a:lvl2pPr marL="1628181" lvl="1" indent="-565341">
              <a:spcBef>
                <a:spcPts val="0"/>
              </a:spcBef>
              <a:spcAft>
                <a:spcPts val="0"/>
              </a:spcAft>
              <a:buSzPts val="1400"/>
              <a:buChar char="○"/>
              <a:defRPr/>
            </a:lvl2pPr>
            <a:lvl3pPr marL="2442271" lvl="2" indent="-565341">
              <a:spcBef>
                <a:spcPts val="0"/>
              </a:spcBef>
              <a:spcAft>
                <a:spcPts val="0"/>
              </a:spcAft>
              <a:buSzPts val="1400"/>
              <a:buChar char="■"/>
              <a:defRPr/>
            </a:lvl3pPr>
            <a:lvl4pPr marL="3256361" lvl="3" indent="-565341">
              <a:spcBef>
                <a:spcPts val="0"/>
              </a:spcBef>
              <a:spcAft>
                <a:spcPts val="0"/>
              </a:spcAft>
              <a:buSzPts val="1400"/>
              <a:buChar char="●"/>
              <a:defRPr/>
            </a:lvl4pPr>
            <a:lvl5pPr marL="4070452" lvl="4" indent="-565341">
              <a:spcBef>
                <a:spcPts val="0"/>
              </a:spcBef>
              <a:spcAft>
                <a:spcPts val="0"/>
              </a:spcAft>
              <a:buSzPts val="1400"/>
              <a:buChar char="○"/>
              <a:defRPr/>
            </a:lvl5pPr>
            <a:lvl6pPr marL="4884542" lvl="5" indent="-565341">
              <a:spcBef>
                <a:spcPts val="0"/>
              </a:spcBef>
              <a:spcAft>
                <a:spcPts val="0"/>
              </a:spcAft>
              <a:buSzPts val="1400"/>
              <a:buChar char="■"/>
              <a:defRPr/>
            </a:lvl6pPr>
            <a:lvl7pPr marL="5698632" lvl="6" indent="-565341">
              <a:spcBef>
                <a:spcPts val="0"/>
              </a:spcBef>
              <a:spcAft>
                <a:spcPts val="0"/>
              </a:spcAft>
              <a:buSzPts val="1400"/>
              <a:buChar char="●"/>
              <a:defRPr/>
            </a:lvl7pPr>
            <a:lvl8pPr marL="6512723" lvl="7" indent="-565341">
              <a:spcBef>
                <a:spcPts val="0"/>
              </a:spcBef>
              <a:spcAft>
                <a:spcPts val="0"/>
              </a:spcAft>
              <a:buSzPts val="1400"/>
              <a:buChar char="○"/>
              <a:defRPr/>
            </a:lvl8pPr>
            <a:lvl9pPr marL="7326813" lvl="8" indent="-565341">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5085682"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554999" y="793353"/>
            <a:ext cx="15171402" cy="1020961"/>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5085682"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554999" y="990477"/>
            <a:ext cx="4999800" cy="1347199"/>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4273"/>
            </a:lvl1pPr>
            <a:lvl2pPr lvl="1">
              <a:spcBef>
                <a:spcPts val="0"/>
              </a:spcBef>
              <a:spcAft>
                <a:spcPts val="0"/>
              </a:spcAft>
              <a:buSzPts val="2400"/>
              <a:buNone/>
              <a:defRPr sz="4273"/>
            </a:lvl2pPr>
            <a:lvl3pPr lvl="2">
              <a:spcBef>
                <a:spcPts val="0"/>
              </a:spcBef>
              <a:spcAft>
                <a:spcPts val="0"/>
              </a:spcAft>
              <a:buSzPts val="2400"/>
              <a:buNone/>
              <a:defRPr sz="4273"/>
            </a:lvl3pPr>
            <a:lvl4pPr lvl="3">
              <a:spcBef>
                <a:spcPts val="0"/>
              </a:spcBef>
              <a:spcAft>
                <a:spcPts val="0"/>
              </a:spcAft>
              <a:buSzPts val="2400"/>
              <a:buNone/>
              <a:defRPr sz="4273"/>
            </a:lvl4pPr>
            <a:lvl5pPr lvl="4">
              <a:spcBef>
                <a:spcPts val="0"/>
              </a:spcBef>
              <a:spcAft>
                <a:spcPts val="0"/>
              </a:spcAft>
              <a:buSzPts val="2400"/>
              <a:buNone/>
              <a:defRPr sz="4273"/>
            </a:lvl5pPr>
            <a:lvl6pPr lvl="5">
              <a:spcBef>
                <a:spcPts val="0"/>
              </a:spcBef>
              <a:spcAft>
                <a:spcPts val="0"/>
              </a:spcAft>
              <a:buSzPts val="2400"/>
              <a:buNone/>
              <a:defRPr sz="4273"/>
            </a:lvl6pPr>
            <a:lvl7pPr lvl="6">
              <a:spcBef>
                <a:spcPts val="0"/>
              </a:spcBef>
              <a:spcAft>
                <a:spcPts val="0"/>
              </a:spcAft>
              <a:buSzPts val="2400"/>
              <a:buNone/>
              <a:defRPr sz="4273"/>
            </a:lvl7pPr>
            <a:lvl8pPr lvl="7">
              <a:spcBef>
                <a:spcPts val="0"/>
              </a:spcBef>
              <a:spcAft>
                <a:spcPts val="0"/>
              </a:spcAft>
              <a:buSzPts val="2400"/>
              <a:buNone/>
              <a:defRPr sz="4273"/>
            </a:lvl8pPr>
            <a:lvl9pPr lvl="8">
              <a:spcBef>
                <a:spcPts val="0"/>
              </a:spcBef>
              <a:spcAft>
                <a:spcPts val="0"/>
              </a:spcAft>
              <a:buSzPts val="2400"/>
              <a:buNone/>
              <a:defRPr sz="4273"/>
            </a:lvl9pPr>
          </a:lstStyle>
          <a:p>
            <a:endParaRPr/>
          </a:p>
        </p:txBody>
      </p:sp>
      <p:sp>
        <p:nvSpPr>
          <p:cNvPr id="30" name="Google Shape;30;p7"/>
          <p:cNvSpPr txBox="1">
            <a:spLocks noGrp="1"/>
          </p:cNvSpPr>
          <p:nvPr>
            <p:ph type="body" idx="1"/>
          </p:nvPr>
        </p:nvSpPr>
        <p:spPr>
          <a:xfrm>
            <a:off x="554999" y="2477262"/>
            <a:ext cx="4999800" cy="5667967"/>
          </a:xfrm>
          <a:prstGeom prst="rect">
            <a:avLst/>
          </a:prstGeom>
        </p:spPr>
        <p:txBody>
          <a:bodyPr spcFirstLastPara="1" wrap="square" lIns="91425" tIns="91425" rIns="91425" bIns="91425" anchor="t" anchorCtr="0">
            <a:normAutofit/>
          </a:bodyPr>
          <a:lstStyle>
            <a:lvl1pPr marL="814090" lvl="0" indent="-542727">
              <a:spcBef>
                <a:spcPts val="0"/>
              </a:spcBef>
              <a:spcAft>
                <a:spcPts val="0"/>
              </a:spcAft>
              <a:buSzPts val="1200"/>
              <a:buChar char="●"/>
              <a:defRPr sz="2137"/>
            </a:lvl1pPr>
            <a:lvl2pPr marL="1628181" lvl="1" indent="-542727">
              <a:spcBef>
                <a:spcPts val="0"/>
              </a:spcBef>
              <a:spcAft>
                <a:spcPts val="0"/>
              </a:spcAft>
              <a:buSzPts val="1200"/>
              <a:buChar char="○"/>
              <a:defRPr sz="2137"/>
            </a:lvl2pPr>
            <a:lvl3pPr marL="2442271" lvl="2" indent="-542727">
              <a:spcBef>
                <a:spcPts val="0"/>
              </a:spcBef>
              <a:spcAft>
                <a:spcPts val="0"/>
              </a:spcAft>
              <a:buSzPts val="1200"/>
              <a:buChar char="■"/>
              <a:defRPr sz="2137"/>
            </a:lvl3pPr>
            <a:lvl4pPr marL="3256361" lvl="3" indent="-542727">
              <a:spcBef>
                <a:spcPts val="0"/>
              </a:spcBef>
              <a:spcAft>
                <a:spcPts val="0"/>
              </a:spcAft>
              <a:buSzPts val="1200"/>
              <a:buChar char="●"/>
              <a:defRPr sz="2137"/>
            </a:lvl4pPr>
            <a:lvl5pPr marL="4070452" lvl="4" indent="-542727">
              <a:spcBef>
                <a:spcPts val="0"/>
              </a:spcBef>
              <a:spcAft>
                <a:spcPts val="0"/>
              </a:spcAft>
              <a:buSzPts val="1200"/>
              <a:buChar char="○"/>
              <a:defRPr sz="2137"/>
            </a:lvl5pPr>
            <a:lvl6pPr marL="4884542" lvl="5" indent="-542727">
              <a:spcBef>
                <a:spcPts val="0"/>
              </a:spcBef>
              <a:spcAft>
                <a:spcPts val="0"/>
              </a:spcAft>
              <a:buSzPts val="1200"/>
              <a:buChar char="■"/>
              <a:defRPr sz="2137"/>
            </a:lvl6pPr>
            <a:lvl7pPr marL="5698632" lvl="6" indent="-542727">
              <a:spcBef>
                <a:spcPts val="0"/>
              </a:spcBef>
              <a:spcAft>
                <a:spcPts val="0"/>
              </a:spcAft>
              <a:buSzPts val="1200"/>
              <a:buChar char="●"/>
              <a:defRPr sz="2137"/>
            </a:lvl7pPr>
            <a:lvl8pPr marL="6512723" lvl="7" indent="-542727">
              <a:spcBef>
                <a:spcPts val="0"/>
              </a:spcBef>
              <a:spcAft>
                <a:spcPts val="0"/>
              </a:spcAft>
              <a:buSzPts val="1200"/>
              <a:buChar char="○"/>
              <a:defRPr sz="2137"/>
            </a:lvl8pPr>
            <a:lvl9pPr marL="7326813" lvl="8" indent="-542727">
              <a:spcBef>
                <a:spcPts val="0"/>
              </a:spcBef>
              <a:spcAft>
                <a:spcPts val="0"/>
              </a:spcAft>
              <a:buSzPts val="1200"/>
              <a:buChar char="■"/>
              <a:defRPr sz="2137"/>
            </a:lvl9pPr>
          </a:lstStyle>
          <a:p>
            <a:endParaRPr/>
          </a:p>
        </p:txBody>
      </p:sp>
      <p:sp>
        <p:nvSpPr>
          <p:cNvPr id="31" name="Google Shape;31;p7"/>
          <p:cNvSpPr txBox="1">
            <a:spLocks noGrp="1"/>
          </p:cNvSpPr>
          <p:nvPr>
            <p:ph type="sldNum" idx="12"/>
          </p:nvPr>
        </p:nvSpPr>
        <p:spPr>
          <a:xfrm>
            <a:off x="15085682"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872917" y="802490"/>
            <a:ext cx="11338222" cy="7292735"/>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8547"/>
            </a:lvl1pPr>
            <a:lvl2pPr lvl="1">
              <a:spcBef>
                <a:spcPts val="0"/>
              </a:spcBef>
              <a:spcAft>
                <a:spcPts val="0"/>
              </a:spcAft>
              <a:buSzPts val="4800"/>
              <a:buNone/>
              <a:defRPr sz="8547"/>
            </a:lvl2pPr>
            <a:lvl3pPr lvl="2">
              <a:spcBef>
                <a:spcPts val="0"/>
              </a:spcBef>
              <a:spcAft>
                <a:spcPts val="0"/>
              </a:spcAft>
              <a:buSzPts val="4800"/>
              <a:buNone/>
              <a:defRPr sz="8547"/>
            </a:lvl3pPr>
            <a:lvl4pPr lvl="3">
              <a:spcBef>
                <a:spcPts val="0"/>
              </a:spcBef>
              <a:spcAft>
                <a:spcPts val="0"/>
              </a:spcAft>
              <a:buSzPts val="4800"/>
              <a:buNone/>
              <a:defRPr sz="8547"/>
            </a:lvl4pPr>
            <a:lvl5pPr lvl="4">
              <a:spcBef>
                <a:spcPts val="0"/>
              </a:spcBef>
              <a:spcAft>
                <a:spcPts val="0"/>
              </a:spcAft>
              <a:buSzPts val="4800"/>
              <a:buNone/>
              <a:defRPr sz="8547"/>
            </a:lvl5pPr>
            <a:lvl6pPr lvl="5">
              <a:spcBef>
                <a:spcPts val="0"/>
              </a:spcBef>
              <a:spcAft>
                <a:spcPts val="0"/>
              </a:spcAft>
              <a:buSzPts val="4800"/>
              <a:buNone/>
              <a:defRPr sz="8547"/>
            </a:lvl6pPr>
            <a:lvl7pPr lvl="6">
              <a:spcBef>
                <a:spcPts val="0"/>
              </a:spcBef>
              <a:spcAft>
                <a:spcPts val="0"/>
              </a:spcAft>
              <a:buSzPts val="4800"/>
              <a:buNone/>
              <a:defRPr sz="8547"/>
            </a:lvl7pPr>
            <a:lvl8pPr lvl="7">
              <a:spcBef>
                <a:spcPts val="0"/>
              </a:spcBef>
              <a:spcAft>
                <a:spcPts val="0"/>
              </a:spcAft>
              <a:buSzPts val="4800"/>
              <a:buNone/>
              <a:defRPr sz="8547"/>
            </a:lvl8pPr>
            <a:lvl9pPr lvl="8">
              <a:spcBef>
                <a:spcPts val="0"/>
              </a:spcBef>
              <a:spcAft>
                <a:spcPts val="0"/>
              </a:spcAft>
              <a:buSzPts val="4800"/>
              <a:buNone/>
              <a:defRPr sz="8547"/>
            </a:lvl9pPr>
          </a:lstStyle>
          <a:p>
            <a:endParaRPr/>
          </a:p>
        </p:txBody>
      </p:sp>
      <p:sp>
        <p:nvSpPr>
          <p:cNvPr id="34" name="Google Shape;34;p8"/>
          <p:cNvSpPr txBox="1">
            <a:spLocks noGrp="1"/>
          </p:cNvSpPr>
          <p:nvPr>
            <p:ph type="sldNum" idx="12"/>
          </p:nvPr>
        </p:nvSpPr>
        <p:spPr>
          <a:xfrm>
            <a:off x="15085682"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8140700" y="-223"/>
            <a:ext cx="8140700" cy="9169400"/>
          </a:xfrm>
          <a:prstGeom prst="rect">
            <a:avLst/>
          </a:prstGeom>
          <a:solidFill>
            <a:schemeClr val="lt2"/>
          </a:solidFill>
          <a:ln>
            <a:noFill/>
          </a:ln>
        </p:spPr>
        <p:txBody>
          <a:bodyPr spcFirstLastPara="1" wrap="square" lIns="162787" tIns="162787" rIns="162787" bIns="162787" anchor="ctr" anchorCtr="0">
            <a:noAutofit/>
          </a:bodyPr>
          <a:lstStyle/>
          <a:p>
            <a:pPr marL="0" lvl="0" indent="0" algn="l" rtl="0">
              <a:spcBef>
                <a:spcPts val="0"/>
              </a:spcBef>
              <a:spcAft>
                <a:spcPts val="0"/>
              </a:spcAft>
              <a:buNone/>
            </a:pPr>
            <a:endParaRPr sz="4441"/>
          </a:p>
        </p:txBody>
      </p:sp>
      <p:sp>
        <p:nvSpPr>
          <p:cNvPr id="37" name="Google Shape;37;p9"/>
          <p:cNvSpPr txBox="1">
            <a:spLocks noGrp="1"/>
          </p:cNvSpPr>
          <p:nvPr>
            <p:ph type="title"/>
          </p:nvPr>
        </p:nvSpPr>
        <p:spPr>
          <a:xfrm>
            <a:off x="472738" y="2198401"/>
            <a:ext cx="7202703" cy="264252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7479"/>
            </a:lvl1pPr>
            <a:lvl2pPr lvl="1" algn="ctr">
              <a:spcBef>
                <a:spcPts val="0"/>
              </a:spcBef>
              <a:spcAft>
                <a:spcPts val="0"/>
              </a:spcAft>
              <a:buSzPts val="4200"/>
              <a:buNone/>
              <a:defRPr sz="7479"/>
            </a:lvl2pPr>
            <a:lvl3pPr lvl="2" algn="ctr">
              <a:spcBef>
                <a:spcPts val="0"/>
              </a:spcBef>
              <a:spcAft>
                <a:spcPts val="0"/>
              </a:spcAft>
              <a:buSzPts val="4200"/>
              <a:buNone/>
              <a:defRPr sz="7479"/>
            </a:lvl3pPr>
            <a:lvl4pPr lvl="3" algn="ctr">
              <a:spcBef>
                <a:spcPts val="0"/>
              </a:spcBef>
              <a:spcAft>
                <a:spcPts val="0"/>
              </a:spcAft>
              <a:buSzPts val="4200"/>
              <a:buNone/>
              <a:defRPr sz="7479"/>
            </a:lvl4pPr>
            <a:lvl5pPr lvl="4" algn="ctr">
              <a:spcBef>
                <a:spcPts val="0"/>
              </a:spcBef>
              <a:spcAft>
                <a:spcPts val="0"/>
              </a:spcAft>
              <a:buSzPts val="4200"/>
              <a:buNone/>
              <a:defRPr sz="7479"/>
            </a:lvl5pPr>
            <a:lvl6pPr lvl="5" algn="ctr">
              <a:spcBef>
                <a:spcPts val="0"/>
              </a:spcBef>
              <a:spcAft>
                <a:spcPts val="0"/>
              </a:spcAft>
              <a:buSzPts val="4200"/>
              <a:buNone/>
              <a:defRPr sz="7479"/>
            </a:lvl6pPr>
            <a:lvl7pPr lvl="6" algn="ctr">
              <a:spcBef>
                <a:spcPts val="0"/>
              </a:spcBef>
              <a:spcAft>
                <a:spcPts val="0"/>
              </a:spcAft>
              <a:buSzPts val="4200"/>
              <a:buNone/>
              <a:defRPr sz="7479"/>
            </a:lvl7pPr>
            <a:lvl8pPr lvl="7" algn="ctr">
              <a:spcBef>
                <a:spcPts val="0"/>
              </a:spcBef>
              <a:spcAft>
                <a:spcPts val="0"/>
              </a:spcAft>
              <a:buSzPts val="4200"/>
              <a:buNone/>
              <a:defRPr sz="7479"/>
            </a:lvl8pPr>
            <a:lvl9pPr lvl="8" algn="ctr">
              <a:spcBef>
                <a:spcPts val="0"/>
              </a:spcBef>
              <a:spcAft>
                <a:spcPts val="0"/>
              </a:spcAft>
              <a:buSzPts val="4200"/>
              <a:buNone/>
              <a:defRPr sz="7479"/>
            </a:lvl9pPr>
          </a:lstStyle>
          <a:p>
            <a:endParaRPr/>
          </a:p>
        </p:txBody>
      </p:sp>
      <p:sp>
        <p:nvSpPr>
          <p:cNvPr id="38" name="Google Shape;38;p9"/>
          <p:cNvSpPr txBox="1">
            <a:spLocks noGrp="1"/>
          </p:cNvSpPr>
          <p:nvPr>
            <p:ph type="subTitle" idx="1"/>
          </p:nvPr>
        </p:nvSpPr>
        <p:spPr>
          <a:xfrm>
            <a:off x="472738" y="4997087"/>
            <a:ext cx="7202703" cy="2201833"/>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3739"/>
            </a:lvl1pPr>
            <a:lvl2pPr lvl="1" algn="ctr">
              <a:lnSpc>
                <a:spcPct val="100000"/>
              </a:lnSpc>
              <a:spcBef>
                <a:spcPts val="0"/>
              </a:spcBef>
              <a:spcAft>
                <a:spcPts val="0"/>
              </a:spcAft>
              <a:buSzPts val="2100"/>
              <a:buNone/>
              <a:defRPr sz="3739"/>
            </a:lvl2pPr>
            <a:lvl3pPr lvl="2" algn="ctr">
              <a:lnSpc>
                <a:spcPct val="100000"/>
              </a:lnSpc>
              <a:spcBef>
                <a:spcPts val="0"/>
              </a:spcBef>
              <a:spcAft>
                <a:spcPts val="0"/>
              </a:spcAft>
              <a:buSzPts val="2100"/>
              <a:buNone/>
              <a:defRPr sz="3739"/>
            </a:lvl3pPr>
            <a:lvl4pPr lvl="3" algn="ctr">
              <a:lnSpc>
                <a:spcPct val="100000"/>
              </a:lnSpc>
              <a:spcBef>
                <a:spcPts val="0"/>
              </a:spcBef>
              <a:spcAft>
                <a:spcPts val="0"/>
              </a:spcAft>
              <a:buSzPts val="2100"/>
              <a:buNone/>
              <a:defRPr sz="3739"/>
            </a:lvl4pPr>
            <a:lvl5pPr lvl="4" algn="ctr">
              <a:lnSpc>
                <a:spcPct val="100000"/>
              </a:lnSpc>
              <a:spcBef>
                <a:spcPts val="0"/>
              </a:spcBef>
              <a:spcAft>
                <a:spcPts val="0"/>
              </a:spcAft>
              <a:buSzPts val="2100"/>
              <a:buNone/>
              <a:defRPr sz="3739"/>
            </a:lvl5pPr>
            <a:lvl6pPr lvl="5" algn="ctr">
              <a:lnSpc>
                <a:spcPct val="100000"/>
              </a:lnSpc>
              <a:spcBef>
                <a:spcPts val="0"/>
              </a:spcBef>
              <a:spcAft>
                <a:spcPts val="0"/>
              </a:spcAft>
              <a:buSzPts val="2100"/>
              <a:buNone/>
              <a:defRPr sz="3739"/>
            </a:lvl6pPr>
            <a:lvl7pPr lvl="6" algn="ctr">
              <a:lnSpc>
                <a:spcPct val="100000"/>
              </a:lnSpc>
              <a:spcBef>
                <a:spcPts val="0"/>
              </a:spcBef>
              <a:spcAft>
                <a:spcPts val="0"/>
              </a:spcAft>
              <a:buSzPts val="2100"/>
              <a:buNone/>
              <a:defRPr sz="3739"/>
            </a:lvl7pPr>
            <a:lvl8pPr lvl="7" algn="ctr">
              <a:lnSpc>
                <a:spcPct val="100000"/>
              </a:lnSpc>
              <a:spcBef>
                <a:spcPts val="0"/>
              </a:spcBef>
              <a:spcAft>
                <a:spcPts val="0"/>
              </a:spcAft>
              <a:buSzPts val="2100"/>
              <a:buNone/>
              <a:defRPr sz="3739"/>
            </a:lvl8pPr>
            <a:lvl9pPr lvl="8" algn="ctr">
              <a:lnSpc>
                <a:spcPct val="100000"/>
              </a:lnSpc>
              <a:spcBef>
                <a:spcPts val="0"/>
              </a:spcBef>
              <a:spcAft>
                <a:spcPts val="0"/>
              </a:spcAft>
              <a:buSzPts val="2100"/>
              <a:buNone/>
              <a:defRPr sz="3739"/>
            </a:lvl9pPr>
          </a:lstStyle>
          <a:p>
            <a:endParaRPr/>
          </a:p>
        </p:txBody>
      </p:sp>
      <p:sp>
        <p:nvSpPr>
          <p:cNvPr id="39" name="Google Shape;39;p9"/>
          <p:cNvSpPr txBox="1">
            <a:spLocks noGrp="1"/>
          </p:cNvSpPr>
          <p:nvPr>
            <p:ph type="body" idx="2"/>
          </p:nvPr>
        </p:nvSpPr>
        <p:spPr>
          <a:xfrm>
            <a:off x="8795054" y="1290820"/>
            <a:ext cx="6831992" cy="6587314"/>
          </a:xfrm>
          <a:prstGeom prst="rect">
            <a:avLst/>
          </a:prstGeom>
        </p:spPr>
        <p:txBody>
          <a:bodyPr spcFirstLastPara="1" wrap="square" lIns="91425" tIns="91425" rIns="91425" bIns="91425" anchor="ctr" anchorCtr="0">
            <a:normAutofit/>
          </a:bodyPr>
          <a:lstStyle>
            <a:lvl1pPr marL="814090" lvl="0" indent="-610568">
              <a:spcBef>
                <a:spcPts val="0"/>
              </a:spcBef>
              <a:spcAft>
                <a:spcPts val="0"/>
              </a:spcAft>
              <a:buSzPts val="1800"/>
              <a:buChar char="●"/>
              <a:defRPr/>
            </a:lvl1pPr>
            <a:lvl2pPr marL="1628181" lvl="1" indent="-565341">
              <a:spcBef>
                <a:spcPts val="0"/>
              </a:spcBef>
              <a:spcAft>
                <a:spcPts val="0"/>
              </a:spcAft>
              <a:buSzPts val="1400"/>
              <a:buChar char="○"/>
              <a:defRPr/>
            </a:lvl2pPr>
            <a:lvl3pPr marL="2442271" lvl="2" indent="-565341">
              <a:spcBef>
                <a:spcPts val="0"/>
              </a:spcBef>
              <a:spcAft>
                <a:spcPts val="0"/>
              </a:spcAft>
              <a:buSzPts val="1400"/>
              <a:buChar char="■"/>
              <a:defRPr/>
            </a:lvl3pPr>
            <a:lvl4pPr marL="3256361" lvl="3" indent="-565341">
              <a:spcBef>
                <a:spcPts val="0"/>
              </a:spcBef>
              <a:spcAft>
                <a:spcPts val="0"/>
              </a:spcAft>
              <a:buSzPts val="1400"/>
              <a:buChar char="●"/>
              <a:defRPr/>
            </a:lvl4pPr>
            <a:lvl5pPr marL="4070452" lvl="4" indent="-565341">
              <a:spcBef>
                <a:spcPts val="0"/>
              </a:spcBef>
              <a:spcAft>
                <a:spcPts val="0"/>
              </a:spcAft>
              <a:buSzPts val="1400"/>
              <a:buChar char="○"/>
              <a:defRPr/>
            </a:lvl5pPr>
            <a:lvl6pPr marL="4884542" lvl="5" indent="-565341">
              <a:spcBef>
                <a:spcPts val="0"/>
              </a:spcBef>
              <a:spcAft>
                <a:spcPts val="0"/>
              </a:spcAft>
              <a:buSzPts val="1400"/>
              <a:buChar char="■"/>
              <a:defRPr/>
            </a:lvl6pPr>
            <a:lvl7pPr marL="5698632" lvl="6" indent="-565341">
              <a:spcBef>
                <a:spcPts val="0"/>
              </a:spcBef>
              <a:spcAft>
                <a:spcPts val="0"/>
              </a:spcAft>
              <a:buSzPts val="1400"/>
              <a:buChar char="●"/>
              <a:defRPr/>
            </a:lvl7pPr>
            <a:lvl8pPr marL="6512723" lvl="7" indent="-565341">
              <a:spcBef>
                <a:spcPts val="0"/>
              </a:spcBef>
              <a:spcAft>
                <a:spcPts val="0"/>
              </a:spcAft>
              <a:buSzPts val="1400"/>
              <a:buChar char="○"/>
              <a:defRPr/>
            </a:lvl8pPr>
            <a:lvl9pPr marL="7326813" lvl="8" indent="-565341">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5085682"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554999" y="7541914"/>
            <a:ext cx="10681197" cy="1078721"/>
          </a:xfrm>
          <a:prstGeom prst="rect">
            <a:avLst/>
          </a:prstGeom>
        </p:spPr>
        <p:txBody>
          <a:bodyPr spcFirstLastPara="1" wrap="square" lIns="91425" tIns="91425" rIns="91425" bIns="91425" anchor="ctr" anchorCtr="0">
            <a:normAutofit/>
          </a:bodyPr>
          <a:lstStyle>
            <a:lvl1pPr marL="814090" lvl="0" indent="-407045">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5085682"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554999" y="1971907"/>
            <a:ext cx="15171402" cy="3500363"/>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21367"/>
            </a:lvl1pPr>
            <a:lvl2pPr lvl="1" algn="ctr">
              <a:spcBef>
                <a:spcPts val="0"/>
              </a:spcBef>
              <a:spcAft>
                <a:spcPts val="0"/>
              </a:spcAft>
              <a:buSzPts val="12000"/>
              <a:buNone/>
              <a:defRPr sz="21367"/>
            </a:lvl2pPr>
            <a:lvl3pPr lvl="2" algn="ctr">
              <a:spcBef>
                <a:spcPts val="0"/>
              </a:spcBef>
              <a:spcAft>
                <a:spcPts val="0"/>
              </a:spcAft>
              <a:buSzPts val="12000"/>
              <a:buNone/>
              <a:defRPr sz="21367"/>
            </a:lvl3pPr>
            <a:lvl4pPr lvl="3" algn="ctr">
              <a:spcBef>
                <a:spcPts val="0"/>
              </a:spcBef>
              <a:spcAft>
                <a:spcPts val="0"/>
              </a:spcAft>
              <a:buSzPts val="12000"/>
              <a:buNone/>
              <a:defRPr sz="21367"/>
            </a:lvl4pPr>
            <a:lvl5pPr lvl="4" algn="ctr">
              <a:spcBef>
                <a:spcPts val="0"/>
              </a:spcBef>
              <a:spcAft>
                <a:spcPts val="0"/>
              </a:spcAft>
              <a:buSzPts val="12000"/>
              <a:buNone/>
              <a:defRPr sz="21367"/>
            </a:lvl5pPr>
            <a:lvl6pPr lvl="5" algn="ctr">
              <a:spcBef>
                <a:spcPts val="0"/>
              </a:spcBef>
              <a:spcAft>
                <a:spcPts val="0"/>
              </a:spcAft>
              <a:buSzPts val="12000"/>
              <a:buNone/>
              <a:defRPr sz="21367"/>
            </a:lvl6pPr>
            <a:lvl7pPr lvl="6" algn="ctr">
              <a:spcBef>
                <a:spcPts val="0"/>
              </a:spcBef>
              <a:spcAft>
                <a:spcPts val="0"/>
              </a:spcAft>
              <a:buSzPts val="12000"/>
              <a:buNone/>
              <a:defRPr sz="21367"/>
            </a:lvl7pPr>
            <a:lvl8pPr lvl="7" algn="ctr">
              <a:spcBef>
                <a:spcPts val="0"/>
              </a:spcBef>
              <a:spcAft>
                <a:spcPts val="0"/>
              </a:spcAft>
              <a:buSzPts val="12000"/>
              <a:buNone/>
              <a:defRPr sz="21367"/>
            </a:lvl8pPr>
            <a:lvl9pPr lvl="8" algn="ctr">
              <a:spcBef>
                <a:spcPts val="0"/>
              </a:spcBef>
              <a:spcAft>
                <a:spcPts val="0"/>
              </a:spcAft>
              <a:buSzPts val="12000"/>
              <a:buNone/>
              <a:defRPr sz="21367"/>
            </a:lvl9pPr>
          </a:lstStyle>
          <a:p>
            <a:r>
              <a:t>xx%</a:t>
            </a:r>
          </a:p>
        </p:txBody>
      </p:sp>
      <p:sp>
        <p:nvSpPr>
          <p:cNvPr id="46" name="Google Shape;46;p11"/>
          <p:cNvSpPr txBox="1">
            <a:spLocks noGrp="1"/>
          </p:cNvSpPr>
          <p:nvPr>
            <p:ph type="body" idx="1"/>
          </p:nvPr>
        </p:nvSpPr>
        <p:spPr>
          <a:xfrm>
            <a:off x="554999" y="5619522"/>
            <a:ext cx="15171402" cy="2318957"/>
          </a:xfrm>
          <a:prstGeom prst="rect">
            <a:avLst/>
          </a:prstGeom>
        </p:spPr>
        <p:txBody>
          <a:bodyPr spcFirstLastPara="1" wrap="square" lIns="91425" tIns="91425" rIns="91425" bIns="91425" anchor="t" anchorCtr="0">
            <a:normAutofit/>
          </a:bodyPr>
          <a:lstStyle>
            <a:lvl1pPr marL="814090" lvl="0" indent="-610568" algn="ctr">
              <a:spcBef>
                <a:spcPts val="0"/>
              </a:spcBef>
              <a:spcAft>
                <a:spcPts val="0"/>
              </a:spcAft>
              <a:buSzPts val="1800"/>
              <a:buChar char="●"/>
              <a:defRPr/>
            </a:lvl1pPr>
            <a:lvl2pPr marL="1628181" lvl="1" indent="-565341" algn="ctr">
              <a:spcBef>
                <a:spcPts val="0"/>
              </a:spcBef>
              <a:spcAft>
                <a:spcPts val="0"/>
              </a:spcAft>
              <a:buSzPts val="1400"/>
              <a:buChar char="○"/>
              <a:defRPr/>
            </a:lvl2pPr>
            <a:lvl3pPr marL="2442271" lvl="2" indent="-565341" algn="ctr">
              <a:spcBef>
                <a:spcPts val="0"/>
              </a:spcBef>
              <a:spcAft>
                <a:spcPts val="0"/>
              </a:spcAft>
              <a:buSzPts val="1400"/>
              <a:buChar char="■"/>
              <a:defRPr/>
            </a:lvl3pPr>
            <a:lvl4pPr marL="3256361" lvl="3" indent="-565341" algn="ctr">
              <a:spcBef>
                <a:spcPts val="0"/>
              </a:spcBef>
              <a:spcAft>
                <a:spcPts val="0"/>
              </a:spcAft>
              <a:buSzPts val="1400"/>
              <a:buChar char="●"/>
              <a:defRPr/>
            </a:lvl4pPr>
            <a:lvl5pPr marL="4070452" lvl="4" indent="-565341" algn="ctr">
              <a:spcBef>
                <a:spcPts val="0"/>
              </a:spcBef>
              <a:spcAft>
                <a:spcPts val="0"/>
              </a:spcAft>
              <a:buSzPts val="1400"/>
              <a:buChar char="○"/>
              <a:defRPr/>
            </a:lvl5pPr>
            <a:lvl6pPr marL="4884542" lvl="5" indent="-565341" algn="ctr">
              <a:spcBef>
                <a:spcPts val="0"/>
              </a:spcBef>
              <a:spcAft>
                <a:spcPts val="0"/>
              </a:spcAft>
              <a:buSzPts val="1400"/>
              <a:buChar char="■"/>
              <a:defRPr/>
            </a:lvl6pPr>
            <a:lvl7pPr marL="5698632" lvl="6" indent="-565341" algn="ctr">
              <a:spcBef>
                <a:spcPts val="0"/>
              </a:spcBef>
              <a:spcAft>
                <a:spcPts val="0"/>
              </a:spcAft>
              <a:buSzPts val="1400"/>
              <a:buChar char="●"/>
              <a:defRPr/>
            </a:lvl7pPr>
            <a:lvl8pPr marL="6512723" lvl="7" indent="-565341" algn="ctr">
              <a:spcBef>
                <a:spcPts val="0"/>
              </a:spcBef>
              <a:spcAft>
                <a:spcPts val="0"/>
              </a:spcAft>
              <a:buSzPts val="1400"/>
              <a:buChar char="○"/>
              <a:defRPr/>
            </a:lvl8pPr>
            <a:lvl9pPr marL="7326813" lvl="8" indent="-565341"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5085682"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555012" y="1327366"/>
            <a:ext cx="15171402" cy="3659203"/>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9248"/>
            </a:lvl1pPr>
            <a:lvl2pPr lvl="1" algn="ctr">
              <a:spcBef>
                <a:spcPts val="0"/>
              </a:spcBef>
              <a:spcAft>
                <a:spcPts val="0"/>
              </a:spcAft>
              <a:buSzPts val="5200"/>
              <a:buNone/>
              <a:defRPr sz="9248"/>
            </a:lvl2pPr>
            <a:lvl3pPr lvl="2" algn="ctr">
              <a:spcBef>
                <a:spcPts val="0"/>
              </a:spcBef>
              <a:spcAft>
                <a:spcPts val="0"/>
              </a:spcAft>
              <a:buSzPts val="5200"/>
              <a:buNone/>
              <a:defRPr sz="9248"/>
            </a:lvl3pPr>
            <a:lvl4pPr lvl="3" algn="ctr">
              <a:spcBef>
                <a:spcPts val="0"/>
              </a:spcBef>
              <a:spcAft>
                <a:spcPts val="0"/>
              </a:spcAft>
              <a:buSzPts val="5200"/>
              <a:buNone/>
              <a:defRPr sz="9248"/>
            </a:lvl4pPr>
            <a:lvl5pPr lvl="4" algn="ctr">
              <a:spcBef>
                <a:spcPts val="0"/>
              </a:spcBef>
              <a:spcAft>
                <a:spcPts val="0"/>
              </a:spcAft>
              <a:buSzPts val="5200"/>
              <a:buNone/>
              <a:defRPr sz="9248"/>
            </a:lvl5pPr>
            <a:lvl6pPr lvl="5" algn="ctr">
              <a:spcBef>
                <a:spcPts val="0"/>
              </a:spcBef>
              <a:spcAft>
                <a:spcPts val="0"/>
              </a:spcAft>
              <a:buSzPts val="5200"/>
              <a:buNone/>
              <a:defRPr sz="9248"/>
            </a:lvl6pPr>
            <a:lvl7pPr lvl="6" algn="ctr">
              <a:spcBef>
                <a:spcPts val="0"/>
              </a:spcBef>
              <a:spcAft>
                <a:spcPts val="0"/>
              </a:spcAft>
              <a:buSzPts val="5200"/>
              <a:buNone/>
              <a:defRPr sz="9248"/>
            </a:lvl7pPr>
            <a:lvl8pPr lvl="7" algn="ctr">
              <a:spcBef>
                <a:spcPts val="0"/>
              </a:spcBef>
              <a:spcAft>
                <a:spcPts val="0"/>
              </a:spcAft>
              <a:buSzPts val="5200"/>
              <a:buNone/>
              <a:defRPr sz="9248"/>
            </a:lvl8pPr>
            <a:lvl9pPr lvl="8" algn="ctr">
              <a:spcBef>
                <a:spcPts val="0"/>
              </a:spcBef>
              <a:spcAft>
                <a:spcPts val="0"/>
              </a:spcAft>
              <a:buSzPts val="5200"/>
              <a:buNone/>
              <a:defRPr sz="9248"/>
            </a:lvl9pPr>
          </a:lstStyle>
          <a:p>
            <a:endParaRPr/>
          </a:p>
        </p:txBody>
      </p:sp>
      <p:sp>
        <p:nvSpPr>
          <p:cNvPr id="11" name="Google Shape;11;p2"/>
          <p:cNvSpPr txBox="1">
            <a:spLocks noGrp="1"/>
          </p:cNvSpPr>
          <p:nvPr>
            <p:ph type="subTitle" idx="1"/>
          </p:nvPr>
        </p:nvSpPr>
        <p:spPr>
          <a:xfrm>
            <a:off x="554999" y="5052441"/>
            <a:ext cx="15171402" cy="1412981"/>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4980"/>
            </a:lvl1pPr>
            <a:lvl2pPr lvl="1" algn="ctr">
              <a:lnSpc>
                <a:spcPct val="100000"/>
              </a:lnSpc>
              <a:spcBef>
                <a:spcPts val="0"/>
              </a:spcBef>
              <a:spcAft>
                <a:spcPts val="0"/>
              </a:spcAft>
              <a:buSzPts val="2800"/>
              <a:buNone/>
              <a:defRPr sz="4980"/>
            </a:lvl2pPr>
            <a:lvl3pPr lvl="2" algn="ctr">
              <a:lnSpc>
                <a:spcPct val="100000"/>
              </a:lnSpc>
              <a:spcBef>
                <a:spcPts val="0"/>
              </a:spcBef>
              <a:spcAft>
                <a:spcPts val="0"/>
              </a:spcAft>
              <a:buSzPts val="2800"/>
              <a:buNone/>
              <a:defRPr sz="4980"/>
            </a:lvl3pPr>
            <a:lvl4pPr lvl="3" algn="ctr">
              <a:lnSpc>
                <a:spcPct val="100000"/>
              </a:lnSpc>
              <a:spcBef>
                <a:spcPts val="0"/>
              </a:spcBef>
              <a:spcAft>
                <a:spcPts val="0"/>
              </a:spcAft>
              <a:buSzPts val="2800"/>
              <a:buNone/>
              <a:defRPr sz="4980"/>
            </a:lvl4pPr>
            <a:lvl5pPr lvl="4" algn="ctr">
              <a:lnSpc>
                <a:spcPct val="100000"/>
              </a:lnSpc>
              <a:spcBef>
                <a:spcPts val="0"/>
              </a:spcBef>
              <a:spcAft>
                <a:spcPts val="0"/>
              </a:spcAft>
              <a:buSzPts val="2800"/>
              <a:buNone/>
              <a:defRPr sz="4980"/>
            </a:lvl5pPr>
            <a:lvl6pPr lvl="5" algn="ctr">
              <a:lnSpc>
                <a:spcPct val="100000"/>
              </a:lnSpc>
              <a:spcBef>
                <a:spcPts val="0"/>
              </a:spcBef>
              <a:spcAft>
                <a:spcPts val="0"/>
              </a:spcAft>
              <a:buSzPts val="2800"/>
              <a:buNone/>
              <a:defRPr sz="4980"/>
            </a:lvl6pPr>
            <a:lvl7pPr lvl="6" algn="ctr">
              <a:lnSpc>
                <a:spcPct val="100000"/>
              </a:lnSpc>
              <a:spcBef>
                <a:spcPts val="0"/>
              </a:spcBef>
              <a:spcAft>
                <a:spcPts val="0"/>
              </a:spcAft>
              <a:buSzPts val="2800"/>
              <a:buNone/>
              <a:defRPr sz="4980"/>
            </a:lvl7pPr>
            <a:lvl8pPr lvl="7" algn="ctr">
              <a:lnSpc>
                <a:spcPct val="100000"/>
              </a:lnSpc>
              <a:spcBef>
                <a:spcPts val="0"/>
              </a:spcBef>
              <a:spcAft>
                <a:spcPts val="0"/>
              </a:spcAft>
              <a:buSzPts val="2800"/>
              <a:buNone/>
              <a:defRPr sz="4980"/>
            </a:lvl8pPr>
            <a:lvl9pPr lvl="8" algn="ctr">
              <a:lnSpc>
                <a:spcPct val="100000"/>
              </a:lnSpc>
              <a:spcBef>
                <a:spcPts val="0"/>
              </a:spcBef>
              <a:spcAft>
                <a:spcPts val="0"/>
              </a:spcAft>
              <a:buSzPts val="2800"/>
              <a:buNone/>
              <a:defRPr sz="4980"/>
            </a:lvl9pPr>
          </a:lstStyle>
          <a:p>
            <a:endParaRPr/>
          </a:p>
        </p:txBody>
      </p:sp>
      <p:sp>
        <p:nvSpPr>
          <p:cNvPr id="12" name="Google Shape;12;p2"/>
          <p:cNvSpPr txBox="1">
            <a:spLocks noGrp="1"/>
          </p:cNvSpPr>
          <p:nvPr>
            <p:ph type="sldNum" idx="12"/>
          </p:nvPr>
        </p:nvSpPr>
        <p:spPr>
          <a:xfrm>
            <a:off x="15085683"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207686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54999" y="3834355"/>
            <a:ext cx="15171402" cy="150069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6402"/>
            </a:lvl1pPr>
            <a:lvl2pPr lvl="1" algn="ctr">
              <a:spcBef>
                <a:spcPts val="0"/>
              </a:spcBef>
              <a:spcAft>
                <a:spcPts val="0"/>
              </a:spcAft>
              <a:buSzPts val="3600"/>
              <a:buNone/>
              <a:defRPr sz="6402"/>
            </a:lvl2pPr>
            <a:lvl3pPr lvl="2" algn="ctr">
              <a:spcBef>
                <a:spcPts val="0"/>
              </a:spcBef>
              <a:spcAft>
                <a:spcPts val="0"/>
              </a:spcAft>
              <a:buSzPts val="3600"/>
              <a:buNone/>
              <a:defRPr sz="6402"/>
            </a:lvl3pPr>
            <a:lvl4pPr lvl="3" algn="ctr">
              <a:spcBef>
                <a:spcPts val="0"/>
              </a:spcBef>
              <a:spcAft>
                <a:spcPts val="0"/>
              </a:spcAft>
              <a:buSzPts val="3600"/>
              <a:buNone/>
              <a:defRPr sz="6402"/>
            </a:lvl4pPr>
            <a:lvl5pPr lvl="4" algn="ctr">
              <a:spcBef>
                <a:spcPts val="0"/>
              </a:spcBef>
              <a:spcAft>
                <a:spcPts val="0"/>
              </a:spcAft>
              <a:buSzPts val="3600"/>
              <a:buNone/>
              <a:defRPr sz="6402"/>
            </a:lvl5pPr>
            <a:lvl6pPr lvl="5" algn="ctr">
              <a:spcBef>
                <a:spcPts val="0"/>
              </a:spcBef>
              <a:spcAft>
                <a:spcPts val="0"/>
              </a:spcAft>
              <a:buSzPts val="3600"/>
              <a:buNone/>
              <a:defRPr sz="6402"/>
            </a:lvl6pPr>
            <a:lvl7pPr lvl="6" algn="ctr">
              <a:spcBef>
                <a:spcPts val="0"/>
              </a:spcBef>
              <a:spcAft>
                <a:spcPts val="0"/>
              </a:spcAft>
              <a:buSzPts val="3600"/>
              <a:buNone/>
              <a:defRPr sz="6402"/>
            </a:lvl7pPr>
            <a:lvl8pPr lvl="7" algn="ctr">
              <a:spcBef>
                <a:spcPts val="0"/>
              </a:spcBef>
              <a:spcAft>
                <a:spcPts val="0"/>
              </a:spcAft>
              <a:buSzPts val="3600"/>
              <a:buNone/>
              <a:defRPr sz="6402"/>
            </a:lvl8pPr>
            <a:lvl9pPr lvl="8" algn="ctr">
              <a:spcBef>
                <a:spcPts val="0"/>
              </a:spcBef>
              <a:spcAft>
                <a:spcPts val="0"/>
              </a:spcAft>
              <a:buSzPts val="3600"/>
              <a:buNone/>
              <a:defRPr sz="6402"/>
            </a:lvl9pPr>
          </a:lstStyle>
          <a:p>
            <a:endParaRPr/>
          </a:p>
        </p:txBody>
      </p:sp>
      <p:sp>
        <p:nvSpPr>
          <p:cNvPr id="15" name="Google Shape;15;p3"/>
          <p:cNvSpPr txBox="1">
            <a:spLocks noGrp="1"/>
          </p:cNvSpPr>
          <p:nvPr>
            <p:ph type="sldNum" idx="12"/>
          </p:nvPr>
        </p:nvSpPr>
        <p:spPr>
          <a:xfrm>
            <a:off x="15085683"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3516160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54999" y="793354"/>
            <a:ext cx="15171402" cy="1020961"/>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554999" y="2054537"/>
            <a:ext cx="15171402" cy="6090471"/>
          </a:xfrm>
          <a:prstGeom prst="rect">
            <a:avLst/>
          </a:prstGeom>
        </p:spPr>
        <p:txBody>
          <a:bodyPr spcFirstLastPara="1" wrap="square" lIns="91425" tIns="91425" rIns="91425" bIns="91425" anchor="t" anchorCtr="0">
            <a:normAutofit/>
          </a:bodyPr>
          <a:lstStyle>
            <a:lvl1pPr marL="813069" lvl="0" indent="-609802">
              <a:spcBef>
                <a:spcPts val="0"/>
              </a:spcBef>
              <a:spcAft>
                <a:spcPts val="0"/>
              </a:spcAft>
              <a:buSzPts val="1800"/>
              <a:buChar char="●"/>
              <a:defRPr/>
            </a:lvl1pPr>
            <a:lvl2pPr marL="1626139" lvl="1" indent="-564632">
              <a:spcBef>
                <a:spcPts val="0"/>
              </a:spcBef>
              <a:spcAft>
                <a:spcPts val="0"/>
              </a:spcAft>
              <a:buSzPts val="1400"/>
              <a:buChar char="○"/>
              <a:defRPr/>
            </a:lvl2pPr>
            <a:lvl3pPr marL="2439207" lvl="2" indent="-564632">
              <a:spcBef>
                <a:spcPts val="0"/>
              </a:spcBef>
              <a:spcAft>
                <a:spcPts val="0"/>
              </a:spcAft>
              <a:buSzPts val="1400"/>
              <a:buChar char="■"/>
              <a:defRPr/>
            </a:lvl3pPr>
            <a:lvl4pPr marL="3252276" lvl="3" indent="-564632">
              <a:spcBef>
                <a:spcPts val="0"/>
              </a:spcBef>
              <a:spcAft>
                <a:spcPts val="0"/>
              </a:spcAft>
              <a:buSzPts val="1400"/>
              <a:buChar char="●"/>
              <a:defRPr/>
            </a:lvl4pPr>
            <a:lvl5pPr marL="4065346" lvl="4" indent="-564632">
              <a:spcBef>
                <a:spcPts val="0"/>
              </a:spcBef>
              <a:spcAft>
                <a:spcPts val="0"/>
              </a:spcAft>
              <a:buSzPts val="1400"/>
              <a:buChar char="○"/>
              <a:defRPr/>
            </a:lvl5pPr>
            <a:lvl6pPr marL="4878415" lvl="5" indent="-564632">
              <a:spcBef>
                <a:spcPts val="0"/>
              </a:spcBef>
              <a:spcAft>
                <a:spcPts val="0"/>
              </a:spcAft>
              <a:buSzPts val="1400"/>
              <a:buChar char="■"/>
              <a:defRPr/>
            </a:lvl6pPr>
            <a:lvl7pPr marL="5691484" lvl="6" indent="-564632">
              <a:spcBef>
                <a:spcPts val="0"/>
              </a:spcBef>
              <a:spcAft>
                <a:spcPts val="0"/>
              </a:spcAft>
              <a:buSzPts val="1400"/>
              <a:buChar char="●"/>
              <a:defRPr/>
            </a:lvl7pPr>
            <a:lvl8pPr marL="6504554" lvl="7" indent="-564632">
              <a:spcBef>
                <a:spcPts val="0"/>
              </a:spcBef>
              <a:spcAft>
                <a:spcPts val="0"/>
              </a:spcAft>
              <a:buSzPts val="1400"/>
              <a:buChar char="○"/>
              <a:defRPr/>
            </a:lvl8pPr>
            <a:lvl9pPr marL="7317622" lvl="8" indent="-564632">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5085683"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41785460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554999" y="793354"/>
            <a:ext cx="15171402" cy="1020961"/>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5085683"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3758419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554999" y="990478"/>
            <a:ext cx="4999800" cy="1347199"/>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4268"/>
            </a:lvl1pPr>
            <a:lvl2pPr lvl="1">
              <a:spcBef>
                <a:spcPts val="0"/>
              </a:spcBef>
              <a:spcAft>
                <a:spcPts val="0"/>
              </a:spcAft>
              <a:buSzPts val="2400"/>
              <a:buNone/>
              <a:defRPr sz="4268"/>
            </a:lvl2pPr>
            <a:lvl3pPr lvl="2">
              <a:spcBef>
                <a:spcPts val="0"/>
              </a:spcBef>
              <a:spcAft>
                <a:spcPts val="0"/>
              </a:spcAft>
              <a:buSzPts val="2400"/>
              <a:buNone/>
              <a:defRPr sz="4268"/>
            </a:lvl3pPr>
            <a:lvl4pPr lvl="3">
              <a:spcBef>
                <a:spcPts val="0"/>
              </a:spcBef>
              <a:spcAft>
                <a:spcPts val="0"/>
              </a:spcAft>
              <a:buSzPts val="2400"/>
              <a:buNone/>
              <a:defRPr sz="4268"/>
            </a:lvl4pPr>
            <a:lvl5pPr lvl="4">
              <a:spcBef>
                <a:spcPts val="0"/>
              </a:spcBef>
              <a:spcAft>
                <a:spcPts val="0"/>
              </a:spcAft>
              <a:buSzPts val="2400"/>
              <a:buNone/>
              <a:defRPr sz="4268"/>
            </a:lvl5pPr>
            <a:lvl6pPr lvl="5">
              <a:spcBef>
                <a:spcPts val="0"/>
              </a:spcBef>
              <a:spcAft>
                <a:spcPts val="0"/>
              </a:spcAft>
              <a:buSzPts val="2400"/>
              <a:buNone/>
              <a:defRPr sz="4268"/>
            </a:lvl6pPr>
            <a:lvl7pPr lvl="6">
              <a:spcBef>
                <a:spcPts val="0"/>
              </a:spcBef>
              <a:spcAft>
                <a:spcPts val="0"/>
              </a:spcAft>
              <a:buSzPts val="2400"/>
              <a:buNone/>
              <a:defRPr sz="4268"/>
            </a:lvl7pPr>
            <a:lvl8pPr lvl="7">
              <a:spcBef>
                <a:spcPts val="0"/>
              </a:spcBef>
              <a:spcAft>
                <a:spcPts val="0"/>
              </a:spcAft>
              <a:buSzPts val="2400"/>
              <a:buNone/>
              <a:defRPr sz="4268"/>
            </a:lvl8pPr>
            <a:lvl9pPr lvl="8">
              <a:spcBef>
                <a:spcPts val="0"/>
              </a:spcBef>
              <a:spcAft>
                <a:spcPts val="0"/>
              </a:spcAft>
              <a:buSzPts val="2400"/>
              <a:buNone/>
              <a:defRPr sz="4268"/>
            </a:lvl9pPr>
          </a:lstStyle>
          <a:p>
            <a:endParaRPr/>
          </a:p>
        </p:txBody>
      </p:sp>
      <p:sp>
        <p:nvSpPr>
          <p:cNvPr id="30" name="Google Shape;30;p7"/>
          <p:cNvSpPr txBox="1">
            <a:spLocks noGrp="1"/>
          </p:cNvSpPr>
          <p:nvPr>
            <p:ph type="body" idx="1"/>
          </p:nvPr>
        </p:nvSpPr>
        <p:spPr>
          <a:xfrm>
            <a:off x="554999" y="2477262"/>
            <a:ext cx="4999800" cy="5667967"/>
          </a:xfrm>
          <a:prstGeom prst="rect">
            <a:avLst/>
          </a:prstGeom>
        </p:spPr>
        <p:txBody>
          <a:bodyPr spcFirstLastPara="1" wrap="square" lIns="91425" tIns="91425" rIns="91425" bIns="91425" anchor="t" anchorCtr="0">
            <a:normAutofit/>
          </a:bodyPr>
          <a:lstStyle>
            <a:lvl1pPr marL="813069" lvl="0" indent="-542047">
              <a:spcBef>
                <a:spcPts val="0"/>
              </a:spcBef>
              <a:spcAft>
                <a:spcPts val="0"/>
              </a:spcAft>
              <a:buSzPts val="1200"/>
              <a:buChar char="●"/>
              <a:defRPr sz="2134"/>
            </a:lvl1pPr>
            <a:lvl2pPr marL="1626139" lvl="1" indent="-542047">
              <a:spcBef>
                <a:spcPts val="0"/>
              </a:spcBef>
              <a:spcAft>
                <a:spcPts val="0"/>
              </a:spcAft>
              <a:buSzPts val="1200"/>
              <a:buChar char="○"/>
              <a:defRPr sz="2134"/>
            </a:lvl2pPr>
            <a:lvl3pPr marL="2439207" lvl="2" indent="-542047">
              <a:spcBef>
                <a:spcPts val="0"/>
              </a:spcBef>
              <a:spcAft>
                <a:spcPts val="0"/>
              </a:spcAft>
              <a:buSzPts val="1200"/>
              <a:buChar char="■"/>
              <a:defRPr sz="2134"/>
            </a:lvl3pPr>
            <a:lvl4pPr marL="3252276" lvl="3" indent="-542047">
              <a:spcBef>
                <a:spcPts val="0"/>
              </a:spcBef>
              <a:spcAft>
                <a:spcPts val="0"/>
              </a:spcAft>
              <a:buSzPts val="1200"/>
              <a:buChar char="●"/>
              <a:defRPr sz="2134"/>
            </a:lvl4pPr>
            <a:lvl5pPr marL="4065346" lvl="4" indent="-542047">
              <a:spcBef>
                <a:spcPts val="0"/>
              </a:spcBef>
              <a:spcAft>
                <a:spcPts val="0"/>
              </a:spcAft>
              <a:buSzPts val="1200"/>
              <a:buChar char="○"/>
              <a:defRPr sz="2134"/>
            </a:lvl5pPr>
            <a:lvl6pPr marL="4878415" lvl="5" indent="-542047">
              <a:spcBef>
                <a:spcPts val="0"/>
              </a:spcBef>
              <a:spcAft>
                <a:spcPts val="0"/>
              </a:spcAft>
              <a:buSzPts val="1200"/>
              <a:buChar char="■"/>
              <a:defRPr sz="2134"/>
            </a:lvl6pPr>
            <a:lvl7pPr marL="5691484" lvl="6" indent="-542047">
              <a:spcBef>
                <a:spcPts val="0"/>
              </a:spcBef>
              <a:spcAft>
                <a:spcPts val="0"/>
              </a:spcAft>
              <a:buSzPts val="1200"/>
              <a:buChar char="●"/>
              <a:defRPr sz="2134"/>
            </a:lvl7pPr>
            <a:lvl8pPr marL="6504554" lvl="7" indent="-542047">
              <a:spcBef>
                <a:spcPts val="0"/>
              </a:spcBef>
              <a:spcAft>
                <a:spcPts val="0"/>
              </a:spcAft>
              <a:buSzPts val="1200"/>
              <a:buChar char="○"/>
              <a:defRPr sz="2134"/>
            </a:lvl8pPr>
            <a:lvl9pPr marL="7317622" lvl="8" indent="-542047">
              <a:spcBef>
                <a:spcPts val="0"/>
              </a:spcBef>
              <a:spcAft>
                <a:spcPts val="0"/>
              </a:spcAft>
              <a:buSzPts val="1200"/>
              <a:buChar char="■"/>
              <a:defRPr sz="2134"/>
            </a:lvl9pPr>
          </a:lstStyle>
          <a:p>
            <a:endParaRPr/>
          </a:p>
        </p:txBody>
      </p:sp>
      <p:sp>
        <p:nvSpPr>
          <p:cNvPr id="31" name="Google Shape;31;p7"/>
          <p:cNvSpPr txBox="1">
            <a:spLocks noGrp="1"/>
          </p:cNvSpPr>
          <p:nvPr>
            <p:ph type="sldNum" idx="12"/>
          </p:nvPr>
        </p:nvSpPr>
        <p:spPr>
          <a:xfrm>
            <a:off x="15085683"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20012405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872918" y="802491"/>
            <a:ext cx="11338222" cy="7292735"/>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8536"/>
            </a:lvl1pPr>
            <a:lvl2pPr lvl="1">
              <a:spcBef>
                <a:spcPts val="0"/>
              </a:spcBef>
              <a:spcAft>
                <a:spcPts val="0"/>
              </a:spcAft>
              <a:buSzPts val="4800"/>
              <a:buNone/>
              <a:defRPr sz="8536"/>
            </a:lvl2pPr>
            <a:lvl3pPr lvl="2">
              <a:spcBef>
                <a:spcPts val="0"/>
              </a:spcBef>
              <a:spcAft>
                <a:spcPts val="0"/>
              </a:spcAft>
              <a:buSzPts val="4800"/>
              <a:buNone/>
              <a:defRPr sz="8536"/>
            </a:lvl3pPr>
            <a:lvl4pPr lvl="3">
              <a:spcBef>
                <a:spcPts val="0"/>
              </a:spcBef>
              <a:spcAft>
                <a:spcPts val="0"/>
              </a:spcAft>
              <a:buSzPts val="4800"/>
              <a:buNone/>
              <a:defRPr sz="8536"/>
            </a:lvl4pPr>
            <a:lvl5pPr lvl="4">
              <a:spcBef>
                <a:spcPts val="0"/>
              </a:spcBef>
              <a:spcAft>
                <a:spcPts val="0"/>
              </a:spcAft>
              <a:buSzPts val="4800"/>
              <a:buNone/>
              <a:defRPr sz="8536"/>
            </a:lvl5pPr>
            <a:lvl6pPr lvl="5">
              <a:spcBef>
                <a:spcPts val="0"/>
              </a:spcBef>
              <a:spcAft>
                <a:spcPts val="0"/>
              </a:spcAft>
              <a:buSzPts val="4800"/>
              <a:buNone/>
              <a:defRPr sz="8536"/>
            </a:lvl6pPr>
            <a:lvl7pPr lvl="6">
              <a:spcBef>
                <a:spcPts val="0"/>
              </a:spcBef>
              <a:spcAft>
                <a:spcPts val="0"/>
              </a:spcAft>
              <a:buSzPts val="4800"/>
              <a:buNone/>
              <a:defRPr sz="8536"/>
            </a:lvl7pPr>
            <a:lvl8pPr lvl="7">
              <a:spcBef>
                <a:spcPts val="0"/>
              </a:spcBef>
              <a:spcAft>
                <a:spcPts val="0"/>
              </a:spcAft>
              <a:buSzPts val="4800"/>
              <a:buNone/>
              <a:defRPr sz="8536"/>
            </a:lvl8pPr>
            <a:lvl9pPr lvl="8">
              <a:spcBef>
                <a:spcPts val="0"/>
              </a:spcBef>
              <a:spcAft>
                <a:spcPts val="0"/>
              </a:spcAft>
              <a:buSzPts val="4800"/>
              <a:buNone/>
              <a:defRPr sz="8536"/>
            </a:lvl9pPr>
          </a:lstStyle>
          <a:p>
            <a:endParaRPr/>
          </a:p>
        </p:txBody>
      </p:sp>
      <p:sp>
        <p:nvSpPr>
          <p:cNvPr id="34" name="Google Shape;34;p8"/>
          <p:cNvSpPr txBox="1">
            <a:spLocks noGrp="1"/>
          </p:cNvSpPr>
          <p:nvPr>
            <p:ph type="sldNum" idx="12"/>
          </p:nvPr>
        </p:nvSpPr>
        <p:spPr>
          <a:xfrm>
            <a:off x="15085683"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3454862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8140700" y="-223"/>
            <a:ext cx="8140700" cy="9169400"/>
          </a:xfrm>
          <a:prstGeom prst="rect">
            <a:avLst/>
          </a:prstGeom>
          <a:solidFill>
            <a:schemeClr val="lt2"/>
          </a:solidFill>
          <a:ln>
            <a:noFill/>
          </a:ln>
        </p:spPr>
        <p:txBody>
          <a:bodyPr spcFirstLastPara="1" wrap="square" lIns="162590" tIns="162590" rIns="162590" bIns="162590" anchor="ctr" anchorCtr="0">
            <a:noAutofit/>
          </a:bodyPr>
          <a:lstStyle/>
          <a:p>
            <a:pPr marL="0" lvl="0" indent="0" algn="l" rtl="0">
              <a:spcBef>
                <a:spcPts val="0"/>
              </a:spcBef>
              <a:spcAft>
                <a:spcPts val="0"/>
              </a:spcAft>
              <a:buNone/>
            </a:pPr>
            <a:endParaRPr sz="4435"/>
          </a:p>
        </p:txBody>
      </p:sp>
      <p:sp>
        <p:nvSpPr>
          <p:cNvPr id="37" name="Google Shape;37;p9"/>
          <p:cNvSpPr txBox="1">
            <a:spLocks noGrp="1"/>
          </p:cNvSpPr>
          <p:nvPr>
            <p:ph type="title"/>
          </p:nvPr>
        </p:nvSpPr>
        <p:spPr>
          <a:xfrm>
            <a:off x="472739" y="2198400"/>
            <a:ext cx="7202703" cy="264252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7470"/>
            </a:lvl1pPr>
            <a:lvl2pPr lvl="1" algn="ctr">
              <a:spcBef>
                <a:spcPts val="0"/>
              </a:spcBef>
              <a:spcAft>
                <a:spcPts val="0"/>
              </a:spcAft>
              <a:buSzPts val="4200"/>
              <a:buNone/>
              <a:defRPr sz="7470"/>
            </a:lvl2pPr>
            <a:lvl3pPr lvl="2" algn="ctr">
              <a:spcBef>
                <a:spcPts val="0"/>
              </a:spcBef>
              <a:spcAft>
                <a:spcPts val="0"/>
              </a:spcAft>
              <a:buSzPts val="4200"/>
              <a:buNone/>
              <a:defRPr sz="7470"/>
            </a:lvl3pPr>
            <a:lvl4pPr lvl="3" algn="ctr">
              <a:spcBef>
                <a:spcPts val="0"/>
              </a:spcBef>
              <a:spcAft>
                <a:spcPts val="0"/>
              </a:spcAft>
              <a:buSzPts val="4200"/>
              <a:buNone/>
              <a:defRPr sz="7470"/>
            </a:lvl4pPr>
            <a:lvl5pPr lvl="4" algn="ctr">
              <a:spcBef>
                <a:spcPts val="0"/>
              </a:spcBef>
              <a:spcAft>
                <a:spcPts val="0"/>
              </a:spcAft>
              <a:buSzPts val="4200"/>
              <a:buNone/>
              <a:defRPr sz="7470"/>
            </a:lvl5pPr>
            <a:lvl6pPr lvl="5" algn="ctr">
              <a:spcBef>
                <a:spcPts val="0"/>
              </a:spcBef>
              <a:spcAft>
                <a:spcPts val="0"/>
              </a:spcAft>
              <a:buSzPts val="4200"/>
              <a:buNone/>
              <a:defRPr sz="7470"/>
            </a:lvl6pPr>
            <a:lvl7pPr lvl="6" algn="ctr">
              <a:spcBef>
                <a:spcPts val="0"/>
              </a:spcBef>
              <a:spcAft>
                <a:spcPts val="0"/>
              </a:spcAft>
              <a:buSzPts val="4200"/>
              <a:buNone/>
              <a:defRPr sz="7470"/>
            </a:lvl7pPr>
            <a:lvl8pPr lvl="7" algn="ctr">
              <a:spcBef>
                <a:spcPts val="0"/>
              </a:spcBef>
              <a:spcAft>
                <a:spcPts val="0"/>
              </a:spcAft>
              <a:buSzPts val="4200"/>
              <a:buNone/>
              <a:defRPr sz="7470"/>
            </a:lvl8pPr>
            <a:lvl9pPr lvl="8" algn="ctr">
              <a:spcBef>
                <a:spcPts val="0"/>
              </a:spcBef>
              <a:spcAft>
                <a:spcPts val="0"/>
              </a:spcAft>
              <a:buSzPts val="4200"/>
              <a:buNone/>
              <a:defRPr sz="7470"/>
            </a:lvl9pPr>
          </a:lstStyle>
          <a:p>
            <a:endParaRPr/>
          </a:p>
        </p:txBody>
      </p:sp>
      <p:sp>
        <p:nvSpPr>
          <p:cNvPr id="38" name="Google Shape;38;p9"/>
          <p:cNvSpPr txBox="1">
            <a:spLocks noGrp="1"/>
          </p:cNvSpPr>
          <p:nvPr>
            <p:ph type="subTitle" idx="1"/>
          </p:nvPr>
        </p:nvSpPr>
        <p:spPr>
          <a:xfrm>
            <a:off x="472739" y="4997087"/>
            <a:ext cx="7202703" cy="2201833"/>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3734"/>
            </a:lvl1pPr>
            <a:lvl2pPr lvl="1" algn="ctr">
              <a:lnSpc>
                <a:spcPct val="100000"/>
              </a:lnSpc>
              <a:spcBef>
                <a:spcPts val="0"/>
              </a:spcBef>
              <a:spcAft>
                <a:spcPts val="0"/>
              </a:spcAft>
              <a:buSzPts val="2100"/>
              <a:buNone/>
              <a:defRPr sz="3734"/>
            </a:lvl2pPr>
            <a:lvl3pPr lvl="2" algn="ctr">
              <a:lnSpc>
                <a:spcPct val="100000"/>
              </a:lnSpc>
              <a:spcBef>
                <a:spcPts val="0"/>
              </a:spcBef>
              <a:spcAft>
                <a:spcPts val="0"/>
              </a:spcAft>
              <a:buSzPts val="2100"/>
              <a:buNone/>
              <a:defRPr sz="3734"/>
            </a:lvl3pPr>
            <a:lvl4pPr lvl="3" algn="ctr">
              <a:lnSpc>
                <a:spcPct val="100000"/>
              </a:lnSpc>
              <a:spcBef>
                <a:spcPts val="0"/>
              </a:spcBef>
              <a:spcAft>
                <a:spcPts val="0"/>
              </a:spcAft>
              <a:buSzPts val="2100"/>
              <a:buNone/>
              <a:defRPr sz="3734"/>
            </a:lvl4pPr>
            <a:lvl5pPr lvl="4" algn="ctr">
              <a:lnSpc>
                <a:spcPct val="100000"/>
              </a:lnSpc>
              <a:spcBef>
                <a:spcPts val="0"/>
              </a:spcBef>
              <a:spcAft>
                <a:spcPts val="0"/>
              </a:spcAft>
              <a:buSzPts val="2100"/>
              <a:buNone/>
              <a:defRPr sz="3734"/>
            </a:lvl5pPr>
            <a:lvl6pPr lvl="5" algn="ctr">
              <a:lnSpc>
                <a:spcPct val="100000"/>
              </a:lnSpc>
              <a:spcBef>
                <a:spcPts val="0"/>
              </a:spcBef>
              <a:spcAft>
                <a:spcPts val="0"/>
              </a:spcAft>
              <a:buSzPts val="2100"/>
              <a:buNone/>
              <a:defRPr sz="3734"/>
            </a:lvl6pPr>
            <a:lvl7pPr lvl="6" algn="ctr">
              <a:lnSpc>
                <a:spcPct val="100000"/>
              </a:lnSpc>
              <a:spcBef>
                <a:spcPts val="0"/>
              </a:spcBef>
              <a:spcAft>
                <a:spcPts val="0"/>
              </a:spcAft>
              <a:buSzPts val="2100"/>
              <a:buNone/>
              <a:defRPr sz="3734"/>
            </a:lvl7pPr>
            <a:lvl8pPr lvl="7" algn="ctr">
              <a:lnSpc>
                <a:spcPct val="100000"/>
              </a:lnSpc>
              <a:spcBef>
                <a:spcPts val="0"/>
              </a:spcBef>
              <a:spcAft>
                <a:spcPts val="0"/>
              </a:spcAft>
              <a:buSzPts val="2100"/>
              <a:buNone/>
              <a:defRPr sz="3734"/>
            </a:lvl8pPr>
            <a:lvl9pPr lvl="8" algn="ctr">
              <a:lnSpc>
                <a:spcPct val="100000"/>
              </a:lnSpc>
              <a:spcBef>
                <a:spcPts val="0"/>
              </a:spcBef>
              <a:spcAft>
                <a:spcPts val="0"/>
              </a:spcAft>
              <a:buSzPts val="2100"/>
              <a:buNone/>
              <a:defRPr sz="3734"/>
            </a:lvl9pPr>
          </a:lstStyle>
          <a:p>
            <a:endParaRPr/>
          </a:p>
        </p:txBody>
      </p:sp>
      <p:sp>
        <p:nvSpPr>
          <p:cNvPr id="39" name="Google Shape;39;p9"/>
          <p:cNvSpPr txBox="1">
            <a:spLocks noGrp="1"/>
          </p:cNvSpPr>
          <p:nvPr>
            <p:ph type="body" idx="2"/>
          </p:nvPr>
        </p:nvSpPr>
        <p:spPr>
          <a:xfrm>
            <a:off x="8795054" y="1290820"/>
            <a:ext cx="6831992" cy="6587314"/>
          </a:xfrm>
          <a:prstGeom prst="rect">
            <a:avLst/>
          </a:prstGeom>
        </p:spPr>
        <p:txBody>
          <a:bodyPr spcFirstLastPara="1" wrap="square" lIns="91425" tIns="91425" rIns="91425" bIns="91425" anchor="ctr" anchorCtr="0">
            <a:normAutofit/>
          </a:bodyPr>
          <a:lstStyle>
            <a:lvl1pPr marL="813069" lvl="0" indent="-609802">
              <a:spcBef>
                <a:spcPts val="0"/>
              </a:spcBef>
              <a:spcAft>
                <a:spcPts val="0"/>
              </a:spcAft>
              <a:buSzPts val="1800"/>
              <a:buChar char="●"/>
              <a:defRPr/>
            </a:lvl1pPr>
            <a:lvl2pPr marL="1626139" lvl="1" indent="-564632">
              <a:spcBef>
                <a:spcPts val="0"/>
              </a:spcBef>
              <a:spcAft>
                <a:spcPts val="0"/>
              </a:spcAft>
              <a:buSzPts val="1400"/>
              <a:buChar char="○"/>
              <a:defRPr/>
            </a:lvl2pPr>
            <a:lvl3pPr marL="2439207" lvl="2" indent="-564632">
              <a:spcBef>
                <a:spcPts val="0"/>
              </a:spcBef>
              <a:spcAft>
                <a:spcPts val="0"/>
              </a:spcAft>
              <a:buSzPts val="1400"/>
              <a:buChar char="■"/>
              <a:defRPr/>
            </a:lvl3pPr>
            <a:lvl4pPr marL="3252276" lvl="3" indent="-564632">
              <a:spcBef>
                <a:spcPts val="0"/>
              </a:spcBef>
              <a:spcAft>
                <a:spcPts val="0"/>
              </a:spcAft>
              <a:buSzPts val="1400"/>
              <a:buChar char="●"/>
              <a:defRPr/>
            </a:lvl4pPr>
            <a:lvl5pPr marL="4065346" lvl="4" indent="-564632">
              <a:spcBef>
                <a:spcPts val="0"/>
              </a:spcBef>
              <a:spcAft>
                <a:spcPts val="0"/>
              </a:spcAft>
              <a:buSzPts val="1400"/>
              <a:buChar char="○"/>
              <a:defRPr/>
            </a:lvl5pPr>
            <a:lvl6pPr marL="4878415" lvl="5" indent="-564632">
              <a:spcBef>
                <a:spcPts val="0"/>
              </a:spcBef>
              <a:spcAft>
                <a:spcPts val="0"/>
              </a:spcAft>
              <a:buSzPts val="1400"/>
              <a:buChar char="■"/>
              <a:defRPr/>
            </a:lvl6pPr>
            <a:lvl7pPr marL="5691484" lvl="6" indent="-564632">
              <a:spcBef>
                <a:spcPts val="0"/>
              </a:spcBef>
              <a:spcAft>
                <a:spcPts val="0"/>
              </a:spcAft>
              <a:buSzPts val="1400"/>
              <a:buChar char="●"/>
              <a:defRPr/>
            </a:lvl7pPr>
            <a:lvl8pPr marL="6504554" lvl="7" indent="-564632">
              <a:spcBef>
                <a:spcPts val="0"/>
              </a:spcBef>
              <a:spcAft>
                <a:spcPts val="0"/>
              </a:spcAft>
              <a:buSzPts val="1400"/>
              <a:buChar char="○"/>
              <a:defRPr/>
            </a:lvl8pPr>
            <a:lvl9pPr marL="7317622" lvl="8" indent="-564632">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5085683"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3598716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554999" y="7541915"/>
            <a:ext cx="10681197" cy="1078721"/>
          </a:xfrm>
          <a:prstGeom prst="rect">
            <a:avLst/>
          </a:prstGeom>
        </p:spPr>
        <p:txBody>
          <a:bodyPr spcFirstLastPara="1" wrap="square" lIns="91425" tIns="91425" rIns="91425" bIns="91425" anchor="ctr" anchorCtr="0">
            <a:normAutofit/>
          </a:bodyPr>
          <a:lstStyle>
            <a:lvl1pPr marL="813069" lvl="0" indent="-406534">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5085683"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35919964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554999" y="1971908"/>
            <a:ext cx="15171402" cy="3500363"/>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21340"/>
            </a:lvl1pPr>
            <a:lvl2pPr lvl="1" algn="ctr">
              <a:spcBef>
                <a:spcPts val="0"/>
              </a:spcBef>
              <a:spcAft>
                <a:spcPts val="0"/>
              </a:spcAft>
              <a:buSzPts val="12000"/>
              <a:buNone/>
              <a:defRPr sz="21340"/>
            </a:lvl2pPr>
            <a:lvl3pPr lvl="2" algn="ctr">
              <a:spcBef>
                <a:spcPts val="0"/>
              </a:spcBef>
              <a:spcAft>
                <a:spcPts val="0"/>
              </a:spcAft>
              <a:buSzPts val="12000"/>
              <a:buNone/>
              <a:defRPr sz="21340"/>
            </a:lvl3pPr>
            <a:lvl4pPr lvl="3" algn="ctr">
              <a:spcBef>
                <a:spcPts val="0"/>
              </a:spcBef>
              <a:spcAft>
                <a:spcPts val="0"/>
              </a:spcAft>
              <a:buSzPts val="12000"/>
              <a:buNone/>
              <a:defRPr sz="21340"/>
            </a:lvl4pPr>
            <a:lvl5pPr lvl="4" algn="ctr">
              <a:spcBef>
                <a:spcPts val="0"/>
              </a:spcBef>
              <a:spcAft>
                <a:spcPts val="0"/>
              </a:spcAft>
              <a:buSzPts val="12000"/>
              <a:buNone/>
              <a:defRPr sz="21340"/>
            </a:lvl5pPr>
            <a:lvl6pPr lvl="5" algn="ctr">
              <a:spcBef>
                <a:spcPts val="0"/>
              </a:spcBef>
              <a:spcAft>
                <a:spcPts val="0"/>
              </a:spcAft>
              <a:buSzPts val="12000"/>
              <a:buNone/>
              <a:defRPr sz="21340"/>
            </a:lvl6pPr>
            <a:lvl7pPr lvl="6" algn="ctr">
              <a:spcBef>
                <a:spcPts val="0"/>
              </a:spcBef>
              <a:spcAft>
                <a:spcPts val="0"/>
              </a:spcAft>
              <a:buSzPts val="12000"/>
              <a:buNone/>
              <a:defRPr sz="21340"/>
            </a:lvl7pPr>
            <a:lvl8pPr lvl="7" algn="ctr">
              <a:spcBef>
                <a:spcPts val="0"/>
              </a:spcBef>
              <a:spcAft>
                <a:spcPts val="0"/>
              </a:spcAft>
              <a:buSzPts val="12000"/>
              <a:buNone/>
              <a:defRPr sz="21340"/>
            </a:lvl8pPr>
            <a:lvl9pPr lvl="8" algn="ctr">
              <a:spcBef>
                <a:spcPts val="0"/>
              </a:spcBef>
              <a:spcAft>
                <a:spcPts val="0"/>
              </a:spcAft>
              <a:buSzPts val="12000"/>
              <a:buNone/>
              <a:defRPr sz="21340"/>
            </a:lvl9pPr>
          </a:lstStyle>
          <a:p>
            <a:r>
              <a:t>xx%</a:t>
            </a:r>
          </a:p>
        </p:txBody>
      </p:sp>
      <p:sp>
        <p:nvSpPr>
          <p:cNvPr id="46" name="Google Shape;46;p11"/>
          <p:cNvSpPr txBox="1">
            <a:spLocks noGrp="1"/>
          </p:cNvSpPr>
          <p:nvPr>
            <p:ph type="body" idx="1"/>
          </p:nvPr>
        </p:nvSpPr>
        <p:spPr>
          <a:xfrm>
            <a:off x="554999" y="5619523"/>
            <a:ext cx="15171402" cy="2318957"/>
          </a:xfrm>
          <a:prstGeom prst="rect">
            <a:avLst/>
          </a:prstGeom>
        </p:spPr>
        <p:txBody>
          <a:bodyPr spcFirstLastPara="1" wrap="square" lIns="91425" tIns="91425" rIns="91425" bIns="91425" anchor="t" anchorCtr="0">
            <a:normAutofit/>
          </a:bodyPr>
          <a:lstStyle>
            <a:lvl1pPr marL="813069" lvl="0" indent="-609802" algn="ctr">
              <a:spcBef>
                <a:spcPts val="0"/>
              </a:spcBef>
              <a:spcAft>
                <a:spcPts val="0"/>
              </a:spcAft>
              <a:buSzPts val="1800"/>
              <a:buChar char="●"/>
              <a:defRPr/>
            </a:lvl1pPr>
            <a:lvl2pPr marL="1626139" lvl="1" indent="-564632" algn="ctr">
              <a:spcBef>
                <a:spcPts val="0"/>
              </a:spcBef>
              <a:spcAft>
                <a:spcPts val="0"/>
              </a:spcAft>
              <a:buSzPts val="1400"/>
              <a:buChar char="○"/>
              <a:defRPr/>
            </a:lvl2pPr>
            <a:lvl3pPr marL="2439207" lvl="2" indent="-564632" algn="ctr">
              <a:spcBef>
                <a:spcPts val="0"/>
              </a:spcBef>
              <a:spcAft>
                <a:spcPts val="0"/>
              </a:spcAft>
              <a:buSzPts val="1400"/>
              <a:buChar char="■"/>
              <a:defRPr/>
            </a:lvl3pPr>
            <a:lvl4pPr marL="3252276" lvl="3" indent="-564632" algn="ctr">
              <a:spcBef>
                <a:spcPts val="0"/>
              </a:spcBef>
              <a:spcAft>
                <a:spcPts val="0"/>
              </a:spcAft>
              <a:buSzPts val="1400"/>
              <a:buChar char="●"/>
              <a:defRPr/>
            </a:lvl4pPr>
            <a:lvl5pPr marL="4065346" lvl="4" indent="-564632" algn="ctr">
              <a:spcBef>
                <a:spcPts val="0"/>
              </a:spcBef>
              <a:spcAft>
                <a:spcPts val="0"/>
              </a:spcAft>
              <a:buSzPts val="1400"/>
              <a:buChar char="○"/>
              <a:defRPr/>
            </a:lvl5pPr>
            <a:lvl6pPr marL="4878415" lvl="5" indent="-564632" algn="ctr">
              <a:spcBef>
                <a:spcPts val="0"/>
              </a:spcBef>
              <a:spcAft>
                <a:spcPts val="0"/>
              </a:spcAft>
              <a:buSzPts val="1400"/>
              <a:buChar char="■"/>
              <a:defRPr/>
            </a:lvl6pPr>
            <a:lvl7pPr marL="5691484" lvl="6" indent="-564632" algn="ctr">
              <a:spcBef>
                <a:spcPts val="0"/>
              </a:spcBef>
              <a:spcAft>
                <a:spcPts val="0"/>
              </a:spcAft>
              <a:buSzPts val="1400"/>
              <a:buChar char="●"/>
              <a:defRPr/>
            </a:lvl7pPr>
            <a:lvl8pPr marL="6504554" lvl="7" indent="-564632" algn="ctr">
              <a:spcBef>
                <a:spcPts val="0"/>
              </a:spcBef>
              <a:spcAft>
                <a:spcPts val="0"/>
              </a:spcAft>
              <a:buSzPts val="1400"/>
              <a:buChar char="○"/>
              <a:defRPr/>
            </a:lvl8pPr>
            <a:lvl9pPr marL="7317622" lvl="8" indent="-564632"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5085683"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12163496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5085683" y="8313192"/>
            <a:ext cx="976991" cy="701677"/>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399177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54999" y="793353"/>
            <a:ext cx="15171402" cy="1020961"/>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554999" y="2054536"/>
            <a:ext cx="15171402" cy="6090471"/>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5085682" y="8313192"/>
            <a:ext cx="976991" cy="701677"/>
          </a:xfrm>
          <a:prstGeom prst="rect">
            <a:avLst/>
          </a:prstGeom>
          <a:noFill/>
          <a:ln>
            <a:noFill/>
          </a:ln>
        </p:spPr>
        <p:txBody>
          <a:bodyPr spcFirstLastPara="1" wrap="square" lIns="91425" tIns="91425" rIns="91425" bIns="91425" anchor="ctr" anchorCtr="0">
            <a:normAutofit/>
          </a:bodyPr>
          <a:lstStyle>
            <a:lvl1pPr lvl="0" algn="r">
              <a:buNone/>
              <a:defRPr sz="1781">
                <a:solidFill>
                  <a:schemeClr val="dk2"/>
                </a:solidFill>
              </a:defRPr>
            </a:lvl1pPr>
            <a:lvl2pPr lvl="1" algn="r">
              <a:buNone/>
              <a:defRPr sz="1781">
                <a:solidFill>
                  <a:schemeClr val="dk2"/>
                </a:solidFill>
              </a:defRPr>
            </a:lvl2pPr>
            <a:lvl3pPr lvl="2" algn="r">
              <a:buNone/>
              <a:defRPr sz="1781">
                <a:solidFill>
                  <a:schemeClr val="dk2"/>
                </a:solidFill>
              </a:defRPr>
            </a:lvl3pPr>
            <a:lvl4pPr lvl="3" algn="r">
              <a:buNone/>
              <a:defRPr sz="1781">
                <a:solidFill>
                  <a:schemeClr val="dk2"/>
                </a:solidFill>
              </a:defRPr>
            </a:lvl4pPr>
            <a:lvl5pPr lvl="4" algn="r">
              <a:buNone/>
              <a:defRPr sz="1781">
                <a:solidFill>
                  <a:schemeClr val="dk2"/>
                </a:solidFill>
              </a:defRPr>
            </a:lvl5pPr>
            <a:lvl6pPr lvl="5" algn="r">
              <a:buNone/>
              <a:defRPr sz="1781">
                <a:solidFill>
                  <a:schemeClr val="dk2"/>
                </a:solidFill>
              </a:defRPr>
            </a:lvl6pPr>
            <a:lvl7pPr lvl="6" algn="r">
              <a:buNone/>
              <a:defRPr sz="1781">
                <a:solidFill>
                  <a:schemeClr val="dk2"/>
                </a:solidFill>
              </a:defRPr>
            </a:lvl7pPr>
            <a:lvl8pPr lvl="7" algn="r">
              <a:buNone/>
              <a:defRPr sz="1781">
                <a:solidFill>
                  <a:schemeClr val="dk2"/>
                </a:solidFill>
              </a:defRPr>
            </a:lvl8pPr>
            <a:lvl9pPr lvl="8" algn="r">
              <a:buNone/>
              <a:defRPr sz="1781">
                <a:solidFill>
                  <a:schemeClr val="dk2"/>
                </a:solidFill>
              </a:defRPr>
            </a:lvl9pPr>
          </a:lstStyle>
          <a:p>
            <a:fld id="{00000000-1234-1234-1234-123412341234}" type="slidenum">
              <a:rPr lang="es-419" smtClean="0"/>
              <a:pPr/>
              <a:t>‹Nº›</a:t>
            </a:fld>
            <a:endParaRPr lang="es-419"/>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3"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54999" y="793354"/>
            <a:ext cx="15171402" cy="1020961"/>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554999" y="2054537"/>
            <a:ext cx="15171402" cy="6090471"/>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5085683" y="8313192"/>
            <a:ext cx="976991" cy="701677"/>
          </a:xfrm>
          <a:prstGeom prst="rect">
            <a:avLst/>
          </a:prstGeom>
          <a:noFill/>
          <a:ln>
            <a:noFill/>
          </a:ln>
        </p:spPr>
        <p:txBody>
          <a:bodyPr spcFirstLastPara="1" wrap="square" lIns="91425" tIns="91425" rIns="91425" bIns="91425" anchor="ctr" anchorCtr="0">
            <a:normAutofit/>
          </a:bodyPr>
          <a:lstStyle>
            <a:lvl1pPr lvl="0" algn="r">
              <a:buNone/>
              <a:defRPr sz="1779">
                <a:solidFill>
                  <a:schemeClr val="dk2"/>
                </a:solidFill>
              </a:defRPr>
            </a:lvl1pPr>
            <a:lvl2pPr lvl="1" algn="r">
              <a:buNone/>
              <a:defRPr sz="1779">
                <a:solidFill>
                  <a:schemeClr val="dk2"/>
                </a:solidFill>
              </a:defRPr>
            </a:lvl2pPr>
            <a:lvl3pPr lvl="2" algn="r">
              <a:buNone/>
              <a:defRPr sz="1779">
                <a:solidFill>
                  <a:schemeClr val="dk2"/>
                </a:solidFill>
              </a:defRPr>
            </a:lvl3pPr>
            <a:lvl4pPr lvl="3" algn="r">
              <a:buNone/>
              <a:defRPr sz="1779">
                <a:solidFill>
                  <a:schemeClr val="dk2"/>
                </a:solidFill>
              </a:defRPr>
            </a:lvl4pPr>
            <a:lvl5pPr lvl="4" algn="r">
              <a:buNone/>
              <a:defRPr sz="1779">
                <a:solidFill>
                  <a:schemeClr val="dk2"/>
                </a:solidFill>
              </a:defRPr>
            </a:lvl5pPr>
            <a:lvl6pPr lvl="5" algn="r">
              <a:buNone/>
              <a:defRPr sz="1779">
                <a:solidFill>
                  <a:schemeClr val="dk2"/>
                </a:solidFill>
              </a:defRPr>
            </a:lvl6pPr>
            <a:lvl7pPr lvl="6" algn="r">
              <a:buNone/>
              <a:defRPr sz="1779">
                <a:solidFill>
                  <a:schemeClr val="dk2"/>
                </a:solidFill>
              </a:defRPr>
            </a:lvl7pPr>
            <a:lvl8pPr lvl="7" algn="r">
              <a:buNone/>
              <a:defRPr sz="1779">
                <a:solidFill>
                  <a:schemeClr val="dk2"/>
                </a:solidFill>
              </a:defRPr>
            </a:lvl8pPr>
            <a:lvl9pPr lvl="8" algn="r">
              <a:buNone/>
              <a:defRPr sz="1779">
                <a:solidFill>
                  <a:schemeClr val="dk2"/>
                </a:solidFill>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1758447429"/>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1"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0.jpg"/><Relationship Id="rId5" Type="http://schemas.openxmlformats.org/officeDocument/2006/relationships/image" Target="../media/image5.jp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0.jpg"/><Relationship Id="rId5" Type="http://schemas.openxmlformats.org/officeDocument/2006/relationships/image" Target="../media/image5.jp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0.jpg"/><Relationship Id="rId5" Type="http://schemas.openxmlformats.org/officeDocument/2006/relationships/image" Target="../media/image5.jp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0.jpg"/><Relationship Id="rId5" Type="http://schemas.openxmlformats.org/officeDocument/2006/relationships/image" Target="../media/image5.jp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5.jpeg"/><Relationship Id="rId5" Type="http://schemas.openxmlformats.org/officeDocument/2006/relationships/image" Target="../media/image5.jp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5.jpeg"/><Relationship Id="rId5" Type="http://schemas.openxmlformats.org/officeDocument/2006/relationships/image" Target="../media/image5.jp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5.jpeg"/><Relationship Id="rId5" Type="http://schemas.openxmlformats.org/officeDocument/2006/relationships/image" Target="../media/image5.jp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4.png"/><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4.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4.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31.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5.jp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7.pn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2.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37.pn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image" Target="../media/image5.jpg"/><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png"/><Relationship Id="rId7"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image" Target="../media/image5.jpg"/><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48.png"/><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53"/>
        <p:cNvGrpSpPr/>
        <p:nvPr/>
      </p:nvGrpSpPr>
      <p:grpSpPr>
        <a:xfrm>
          <a:off x="0" y="0"/>
          <a:ext cx="0" cy="0"/>
          <a:chOff x="0" y="0"/>
          <a:chExt cx="0" cy="0"/>
        </a:xfrm>
      </p:grpSpPr>
      <p:pic>
        <p:nvPicPr>
          <p:cNvPr id="7" name="Imagen 6" descr="Patrón de fondo, Rectángulo&#10;&#10;Descripción generada automáticamente">
            <a:extLst>
              <a:ext uri="{FF2B5EF4-FFF2-40B4-BE49-F238E27FC236}">
                <a16:creationId xmlns:a16="http://schemas.microsoft.com/office/drawing/2014/main" id="{1175CF95-C69F-B455-DC89-B13B9AB188CC}"/>
              </a:ext>
            </a:extLst>
          </p:cNvPr>
          <p:cNvPicPr>
            <a:picLocks noChangeAspect="1"/>
          </p:cNvPicPr>
          <p:nvPr/>
        </p:nvPicPr>
        <p:blipFill>
          <a:blip r:embed="rId3"/>
          <a:stretch>
            <a:fillRect/>
          </a:stretch>
        </p:blipFill>
        <p:spPr>
          <a:xfrm>
            <a:off x="407183" y="378950"/>
            <a:ext cx="14886462" cy="8790450"/>
          </a:xfrm>
          <a:prstGeom prst="rect">
            <a:avLst/>
          </a:prstGeom>
        </p:spPr>
      </p:pic>
      <p:sp>
        <p:nvSpPr>
          <p:cNvPr id="54" name="Google Shape;54;p13"/>
          <p:cNvSpPr txBox="1">
            <a:spLocks noGrp="1"/>
          </p:cNvSpPr>
          <p:nvPr>
            <p:ph type="ctrTitle"/>
          </p:nvPr>
        </p:nvSpPr>
        <p:spPr>
          <a:xfrm>
            <a:off x="1842378" y="3197682"/>
            <a:ext cx="12016072" cy="1667329"/>
          </a:xfrm>
          <a:prstGeom prst="rect">
            <a:avLst/>
          </a:prstGeom>
        </p:spPr>
        <p:txBody>
          <a:bodyPr spcFirstLastPara="1" wrap="square" lIns="162787" tIns="162787" rIns="162787" bIns="162787" anchor="b" anchorCtr="0">
            <a:noAutofit/>
          </a:bodyPr>
          <a:lstStyle/>
          <a:p>
            <a:pPr algn="l"/>
            <a:r>
              <a:rPr lang="es-PE" sz="5400" b="1" noProof="0" dirty="0">
                <a:solidFill>
                  <a:schemeClr val="tx1"/>
                </a:solidFill>
                <a:latin typeface="+mj-lt"/>
              </a:rPr>
              <a:t>SISTEMA DE GESTION PARA BIBLIOTECA COMUNITARIA</a:t>
            </a:r>
          </a:p>
        </p:txBody>
      </p:sp>
      <p:sp>
        <p:nvSpPr>
          <p:cNvPr id="15" name="Google Shape;56;p13">
            <a:extLst>
              <a:ext uri="{FF2B5EF4-FFF2-40B4-BE49-F238E27FC236}">
                <a16:creationId xmlns:a16="http://schemas.microsoft.com/office/drawing/2014/main" id="{4AA4C0C7-6D12-A805-60B7-877124FF926D}"/>
              </a:ext>
            </a:extLst>
          </p:cNvPr>
          <p:cNvSpPr txBox="1">
            <a:spLocks/>
          </p:cNvSpPr>
          <p:nvPr/>
        </p:nvSpPr>
        <p:spPr>
          <a:xfrm>
            <a:off x="1659604" y="5035538"/>
            <a:ext cx="11306888" cy="1667329"/>
          </a:xfrm>
          <a:prstGeom prst="rect">
            <a:avLst/>
          </a:prstGeom>
          <a:noFill/>
          <a:ln>
            <a:noFill/>
          </a:ln>
        </p:spPr>
        <p:txBody>
          <a:bodyPr spcFirstLastPara="1" wrap="square" lIns="162787" tIns="162787" rIns="162787" bIns="162787"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4986"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4986"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4986"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4986"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4986"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4986"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4986"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4986"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4986" b="0" i="0" u="none" strike="noStrike" cap="none">
                <a:solidFill>
                  <a:schemeClr val="dk2"/>
                </a:solidFill>
                <a:latin typeface="Arial"/>
                <a:ea typeface="Arial"/>
                <a:cs typeface="Arial"/>
                <a:sym typeface="Arial"/>
              </a:defRPr>
            </a:lvl9pPr>
          </a:lstStyle>
          <a:p>
            <a:pPr marL="0" indent="0" algn="l">
              <a:lnSpc>
                <a:spcPct val="70000"/>
              </a:lnSpc>
              <a:buSzPts val="935"/>
            </a:pPr>
            <a:r>
              <a:rPr lang="es-PE" sz="4800" b="1" noProof="0" dirty="0">
                <a:solidFill>
                  <a:schemeClr val="tx1"/>
                </a:solidFill>
                <a:latin typeface="+mj-lt"/>
              </a:rPr>
              <a:t>Evaluación EF</a:t>
            </a:r>
          </a:p>
        </p:txBody>
      </p:sp>
      <p:sp>
        <p:nvSpPr>
          <p:cNvPr id="18" name="Rectángulo 17">
            <a:extLst>
              <a:ext uri="{FF2B5EF4-FFF2-40B4-BE49-F238E27FC236}">
                <a16:creationId xmlns:a16="http://schemas.microsoft.com/office/drawing/2014/main" id="{1546461C-96AA-0C4D-F067-6B2438CD49EE}"/>
              </a:ext>
            </a:extLst>
          </p:cNvPr>
          <p:cNvSpPr/>
          <p:nvPr/>
        </p:nvSpPr>
        <p:spPr>
          <a:xfrm flipH="1">
            <a:off x="10319656" y="5138053"/>
            <a:ext cx="45719" cy="1291772"/>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6000" noProof="0" dirty="0">
              <a:latin typeface="Sharp Grotesk Bold 15" panose="020B0803050702030204" pitchFamily="34" charset="0"/>
            </a:endParaRPr>
          </a:p>
        </p:txBody>
      </p:sp>
      <p:sp>
        <p:nvSpPr>
          <p:cNvPr id="2" name="CuadroTexto 1">
            <a:extLst>
              <a:ext uri="{FF2B5EF4-FFF2-40B4-BE49-F238E27FC236}">
                <a16:creationId xmlns:a16="http://schemas.microsoft.com/office/drawing/2014/main" id="{2EFB4FCD-F181-FD91-E553-337A4C5C8236}"/>
              </a:ext>
            </a:extLst>
          </p:cNvPr>
          <p:cNvSpPr txBox="1"/>
          <p:nvPr/>
        </p:nvSpPr>
        <p:spPr>
          <a:xfrm>
            <a:off x="2049503" y="6702867"/>
            <a:ext cx="9840686" cy="1953483"/>
          </a:xfrm>
          <a:prstGeom prst="rect">
            <a:avLst/>
          </a:prstGeom>
          <a:noFill/>
        </p:spPr>
        <p:txBody>
          <a:bodyPr wrap="square" rtlCol="0">
            <a:spAutoFit/>
          </a:bodyPr>
          <a:lstStyle/>
          <a:p>
            <a:pPr>
              <a:buSzPts val="935"/>
            </a:pPr>
            <a:r>
              <a:rPr lang="es-PE" sz="3200" noProof="0" dirty="0">
                <a:solidFill>
                  <a:schemeClr val="tx1"/>
                </a:solidFill>
                <a:latin typeface="+mj-lt"/>
              </a:rPr>
              <a:t>Presentador	</a:t>
            </a:r>
            <a:r>
              <a:rPr lang="es-PE" sz="3200" b="1" noProof="0" dirty="0">
                <a:solidFill>
                  <a:schemeClr val="tx1"/>
                </a:solidFill>
                <a:latin typeface="+mj-lt"/>
              </a:rPr>
              <a:t>: Jorge Luis Alvino </a:t>
            </a:r>
            <a:r>
              <a:rPr lang="es-PE" sz="3200" b="1" noProof="0" dirty="0" err="1">
                <a:solidFill>
                  <a:schemeClr val="tx1"/>
                </a:solidFill>
                <a:latin typeface="+mj-lt"/>
              </a:rPr>
              <a:t>Alvarez</a:t>
            </a:r>
            <a:endParaRPr lang="es-PE" sz="3200" b="1" noProof="0" dirty="0">
              <a:solidFill>
                <a:schemeClr val="tx1"/>
              </a:solidFill>
              <a:latin typeface="+mj-lt"/>
            </a:endParaRPr>
          </a:p>
          <a:p>
            <a:pPr>
              <a:buSzPts val="935"/>
            </a:pPr>
            <a:r>
              <a:rPr lang="es-PE" sz="3200" noProof="0" dirty="0">
                <a:solidFill>
                  <a:schemeClr val="tx1"/>
                </a:solidFill>
                <a:latin typeface="+mj-lt"/>
              </a:rPr>
              <a:t>Curso</a:t>
            </a:r>
            <a:r>
              <a:rPr lang="es-PE" sz="3200" b="1" noProof="0" dirty="0">
                <a:solidFill>
                  <a:schemeClr val="tx1"/>
                </a:solidFill>
                <a:latin typeface="+mj-lt"/>
              </a:rPr>
              <a:t>		: Programación Orientada a Objeto</a:t>
            </a:r>
          </a:p>
          <a:p>
            <a:pPr>
              <a:buSzPts val="935"/>
            </a:pPr>
            <a:r>
              <a:rPr lang="es-PE" sz="3200" noProof="0" dirty="0">
                <a:solidFill>
                  <a:schemeClr val="tx1"/>
                </a:solidFill>
                <a:latin typeface="+mj-lt"/>
              </a:rPr>
              <a:t>Docente</a:t>
            </a:r>
            <a:r>
              <a:rPr lang="es-PE" sz="3200" b="1" noProof="0" dirty="0">
                <a:solidFill>
                  <a:schemeClr val="tx1"/>
                </a:solidFill>
                <a:latin typeface="+mj-lt"/>
              </a:rPr>
              <a:t>		: Martin Eduardo Torres </a:t>
            </a:r>
            <a:r>
              <a:rPr lang="es-PE" sz="3200" b="1" noProof="0" dirty="0" err="1">
                <a:solidFill>
                  <a:schemeClr val="tx1"/>
                </a:solidFill>
                <a:latin typeface="+mj-lt"/>
              </a:rPr>
              <a:t>Rodriguez</a:t>
            </a:r>
            <a:endParaRPr lang="es-PE" sz="3200" b="1" noProof="0" dirty="0">
              <a:solidFill>
                <a:schemeClr val="tx1"/>
              </a:solidFill>
              <a:latin typeface="+mj-lt"/>
            </a:endParaRPr>
          </a:p>
          <a:p>
            <a:endParaRPr lang="es-PE"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74"/>
        <p:cNvGrpSpPr/>
        <p:nvPr/>
      </p:nvGrpSpPr>
      <p:grpSpPr>
        <a:xfrm>
          <a:off x="0" y="0"/>
          <a:ext cx="0" cy="0"/>
          <a:chOff x="0" y="0"/>
          <a:chExt cx="0" cy="0"/>
        </a:xfrm>
      </p:grpSpPr>
      <p:sp>
        <p:nvSpPr>
          <p:cNvPr id="71" name="Rectángulo: esquinas redondeadas 70">
            <a:extLst>
              <a:ext uri="{FF2B5EF4-FFF2-40B4-BE49-F238E27FC236}">
                <a16:creationId xmlns:a16="http://schemas.microsoft.com/office/drawing/2014/main" id="{E6334EDA-3942-06A3-CB26-A8FAA9D84036}"/>
              </a:ext>
            </a:extLst>
          </p:cNvPr>
          <p:cNvSpPr/>
          <p:nvPr/>
        </p:nvSpPr>
        <p:spPr>
          <a:xfrm>
            <a:off x="1480457" y="2102704"/>
            <a:ext cx="13628914" cy="6489753"/>
          </a:xfrm>
          <a:prstGeom prst="roundRect">
            <a:avLst/>
          </a:prstGeom>
          <a:solidFill>
            <a:srgbClr val="A0D7FF"/>
          </a:solidFill>
          <a:ln>
            <a:solidFill>
              <a:srgbClr val="FFB8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noProof="0" dirty="0"/>
          </a:p>
        </p:txBody>
      </p:sp>
      <p:pic>
        <p:nvPicPr>
          <p:cNvPr id="14" name="Imagen 13" descr="Forma&#10;&#10;Descripción generada automáticamente con confianza baja">
            <a:extLst>
              <a:ext uri="{FF2B5EF4-FFF2-40B4-BE49-F238E27FC236}">
                <a16:creationId xmlns:a16="http://schemas.microsoft.com/office/drawing/2014/main" id="{76600E20-CEA2-E514-8FF9-5B3610C2410F}"/>
              </a:ext>
            </a:extLst>
          </p:cNvPr>
          <p:cNvPicPr>
            <a:picLocks noChangeAspect="1"/>
          </p:cNvPicPr>
          <p:nvPr/>
        </p:nvPicPr>
        <p:blipFill>
          <a:blip r:embed="rId3"/>
          <a:stretch>
            <a:fillRect/>
          </a:stretch>
        </p:blipFill>
        <p:spPr>
          <a:xfrm>
            <a:off x="160208" y="375353"/>
            <a:ext cx="2823609" cy="8681044"/>
          </a:xfrm>
          <a:prstGeom prst="rect">
            <a:avLst/>
          </a:prstGeom>
        </p:spPr>
      </p:pic>
      <p:sp>
        <p:nvSpPr>
          <p:cNvPr id="41" name="Google Shape;75;p16">
            <a:extLst>
              <a:ext uri="{FF2B5EF4-FFF2-40B4-BE49-F238E27FC236}">
                <a16:creationId xmlns:a16="http://schemas.microsoft.com/office/drawing/2014/main" id="{A50310CA-FF22-858F-1D60-D2DF287C35B4}"/>
              </a:ext>
            </a:extLst>
          </p:cNvPr>
          <p:cNvSpPr txBox="1">
            <a:spLocks noGrp="1"/>
          </p:cNvSpPr>
          <p:nvPr/>
        </p:nvSpPr>
        <p:spPr>
          <a:xfrm>
            <a:off x="3794719" y="716880"/>
            <a:ext cx="9000389" cy="1018488"/>
          </a:xfrm>
          <a:prstGeom prst="rect">
            <a:avLst/>
          </a:prstGeom>
          <a:noFill/>
          <a:ln>
            <a:noFill/>
          </a:ln>
        </p:spPr>
        <p:txBody>
          <a:bodyPr spcFirstLastPara="1" wrap="square" lIns="162590" tIns="162590" rIns="162590" bIns="1625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0" marR="0" lvl="0" indent="0" algn="ctr" defTabSz="913253" rtl="0" eaLnBrk="1" fontAlgn="auto" latinLnBrk="0" hangingPunct="1">
              <a:lnSpc>
                <a:spcPct val="100000"/>
              </a:lnSpc>
              <a:spcBef>
                <a:spcPts val="0"/>
              </a:spcBef>
              <a:spcAft>
                <a:spcPts val="0"/>
              </a:spcAft>
              <a:buClr>
                <a:prstClr val="black"/>
              </a:buClr>
              <a:buSzPts val="2800"/>
              <a:buFont typeface="Arial"/>
              <a:buNone/>
              <a:tabLst/>
              <a:defRPr/>
            </a:pPr>
            <a:r>
              <a:rPr lang="es-PE" sz="5394" noProof="0" dirty="0">
                <a:solidFill>
                  <a:prstClr val="black"/>
                </a:solidFill>
                <a:latin typeface="Sharp Grotesk Bold 15"/>
              </a:rPr>
              <a:t>AGENDA</a:t>
            </a:r>
            <a:endParaRPr kumimoji="0" lang="es-PE" sz="5394" b="0" i="0" u="none" strike="noStrike" kern="0" cap="none" spc="0" normalizeH="0" baseline="0" noProof="0" dirty="0">
              <a:ln>
                <a:noFill/>
              </a:ln>
              <a:solidFill>
                <a:prstClr val="black"/>
              </a:solidFill>
              <a:effectLst/>
              <a:uLnTx/>
              <a:uFillTx/>
              <a:latin typeface="Sharp Grotesk Bold 15"/>
              <a:cs typeface="Arial"/>
              <a:sym typeface="Arial"/>
            </a:endParaRPr>
          </a:p>
        </p:txBody>
      </p:sp>
      <p:grpSp>
        <p:nvGrpSpPr>
          <p:cNvPr id="46" name="Grupo 45">
            <a:extLst>
              <a:ext uri="{FF2B5EF4-FFF2-40B4-BE49-F238E27FC236}">
                <a16:creationId xmlns:a16="http://schemas.microsoft.com/office/drawing/2014/main" id="{E3C842C4-FCAD-505C-56F7-6BC065E06883}"/>
              </a:ext>
            </a:extLst>
          </p:cNvPr>
          <p:cNvGrpSpPr/>
          <p:nvPr/>
        </p:nvGrpSpPr>
        <p:grpSpPr>
          <a:xfrm>
            <a:off x="1719631" y="6163571"/>
            <a:ext cx="6207965" cy="707886"/>
            <a:chOff x="2868028" y="3655908"/>
            <a:chExt cx="6215497" cy="708744"/>
          </a:xfrm>
        </p:grpSpPr>
        <p:grpSp>
          <p:nvGrpSpPr>
            <p:cNvPr id="52" name="Grupo 51">
              <a:extLst>
                <a:ext uri="{FF2B5EF4-FFF2-40B4-BE49-F238E27FC236}">
                  <a16:creationId xmlns:a16="http://schemas.microsoft.com/office/drawing/2014/main" id="{7BE671CF-9808-C4C8-11E4-0EE55989C6D2}"/>
                </a:ext>
              </a:extLst>
            </p:cNvPr>
            <p:cNvGrpSpPr/>
            <p:nvPr/>
          </p:nvGrpSpPr>
          <p:grpSpPr>
            <a:xfrm>
              <a:off x="2868028" y="3726933"/>
              <a:ext cx="87274" cy="319614"/>
              <a:chOff x="704425" y="3473172"/>
              <a:chExt cx="87274" cy="150571"/>
            </a:xfrm>
          </p:grpSpPr>
          <p:sp>
            <p:nvSpPr>
              <p:cNvPr id="54" name="object 40">
                <a:extLst>
                  <a:ext uri="{FF2B5EF4-FFF2-40B4-BE49-F238E27FC236}">
                    <a16:creationId xmlns:a16="http://schemas.microsoft.com/office/drawing/2014/main" id="{E4C758DF-8E24-C008-2311-01AB1525046A}"/>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55" name="object 41">
                <a:extLst>
                  <a:ext uri="{FF2B5EF4-FFF2-40B4-BE49-F238E27FC236}">
                    <a16:creationId xmlns:a16="http://schemas.microsoft.com/office/drawing/2014/main" id="{7CD2E4DB-47B0-CC77-7409-5AD6EBBF46EF}"/>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53" name="CuadroTexto 14">
              <a:extLst>
                <a:ext uri="{FF2B5EF4-FFF2-40B4-BE49-F238E27FC236}">
                  <a16:creationId xmlns:a16="http://schemas.microsoft.com/office/drawing/2014/main" id="{9AF83657-D597-36F8-0CB7-8F208834154B}"/>
                </a:ext>
              </a:extLst>
            </p:cNvPr>
            <p:cNvSpPr txBox="1"/>
            <p:nvPr/>
          </p:nvSpPr>
          <p:spPr>
            <a:xfrm>
              <a:off x="3936762" y="3655908"/>
              <a:ext cx="5146763" cy="70874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lang="es-PE" sz="4000" noProof="0" dirty="0">
                  <a:solidFill>
                    <a:prstClr val="black"/>
                  </a:solidFill>
                  <a:latin typeface="Telegraf" panose="00000500000000000000" pitchFamily="50" charset="0"/>
                </a:rPr>
                <a:t>Técnicas POO</a:t>
              </a:r>
              <a:endPar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endParaRPr>
            </a:p>
          </p:txBody>
        </p:sp>
      </p:grpSp>
      <p:grpSp>
        <p:nvGrpSpPr>
          <p:cNvPr id="2" name="Grupo 1">
            <a:extLst>
              <a:ext uri="{FF2B5EF4-FFF2-40B4-BE49-F238E27FC236}">
                <a16:creationId xmlns:a16="http://schemas.microsoft.com/office/drawing/2014/main" id="{FDDDFA83-E63B-FC05-0432-E7D70AD70177}"/>
              </a:ext>
            </a:extLst>
          </p:cNvPr>
          <p:cNvGrpSpPr/>
          <p:nvPr/>
        </p:nvGrpSpPr>
        <p:grpSpPr>
          <a:xfrm>
            <a:off x="1719631" y="4668571"/>
            <a:ext cx="6207965" cy="707886"/>
            <a:chOff x="2868028" y="3655908"/>
            <a:chExt cx="6215497" cy="708744"/>
          </a:xfrm>
        </p:grpSpPr>
        <p:grpSp>
          <p:nvGrpSpPr>
            <p:cNvPr id="3" name="Grupo 2">
              <a:extLst>
                <a:ext uri="{FF2B5EF4-FFF2-40B4-BE49-F238E27FC236}">
                  <a16:creationId xmlns:a16="http://schemas.microsoft.com/office/drawing/2014/main" id="{CFE4BF7A-A65A-123F-D843-FDE51F5B7980}"/>
                </a:ext>
              </a:extLst>
            </p:cNvPr>
            <p:cNvGrpSpPr/>
            <p:nvPr/>
          </p:nvGrpSpPr>
          <p:grpSpPr>
            <a:xfrm>
              <a:off x="2868028" y="3726933"/>
              <a:ext cx="87274" cy="319614"/>
              <a:chOff x="704425" y="3473172"/>
              <a:chExt cx="87274" cy="150571"/>
            </a:xfrm>
          </p:grpSpPr>
          <p:sp>
            <p:nvSpPr>
              <p:cNvPr id="5" name="object 40">
                <a:extLst>
                  <a:ext uri="{FF2B5EF4-FFF2-40B4-BE49-F238E27FC236}">
                    <a16:creationId xmlns:a16="http://schemas.microsoft.com/office/drawing/2014/main" id="{2B677EC4-FFDE-DC8D-8291-93303FA125F9}"/>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6" name="object 41">
                <a:extLst>
                  <a:ext uri="{FF2B5EF4-FFF2-40B4-BE49-F238E27FC236}">
                    <a16:creationId xmlns:a16="http://schemas.microsoft.com/office/drawing/2014/main" id="{D8E52AC5-10A2-4FBF-E66F-70A09C2A5E9A}"/>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4" name="CuadroTexto 14">
              <a:extLst>
                <a:ext uri="{FF2B5EF4-FFF2-40B4-BE49-F238E27FC236}">
                  <a16:creationId xmlns:a16="http://schemas.microsoft.com/office/drawing/2014/main" id="{DED03831-0483-6AF3-E52A-14E5380C9A1A}"/>
                </a:ext>
              </a:extLst>
            </p:cNvPr>
            <p:cNvSpPr txBox="1"/>
            <p:nvPr/>
          </p:nvSpPr>
          <p:spPr>
            <a:xfrm>
              <a:off x="3936762" y="3655908"/>
              <a:ext cx="5146763" cy="70874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rPr>
                <a:t>Tecnologías utilizadas</a:t>
              </a:r>
            </a:p>
          </p:txBody>
        </p:sp>
      </p:grpSp>
      <p:grpSp>
        <p:nvGrpSpPr>
          <p:cNvPr id="7" name="Grupo 6">
            <a:extLst>
              <a:ext uri="{FF2B5EF4-FFF2-40B4-BE49-F238E27FC236}">
                <a16:creationId xmlns:a16="http://schemas.microsoft.com/office/drawing/2014/main" id="{F797BA0D-E278-6089-4277-D573A29A9157}"/>
              </a:ext>
            </a:extLst>
          </p:cNvPr>
          <p:cNvGrpSpPr/>
          <p:nvPr/>
        </p:nvGrpSpPr>
        <p:grpSpPr>
          <a:xfrm>
            <a:off x="1719631" y="3920636"/>
            <a:ext cx="6207965" cy="708323"/>
            <a:chOff x="2868028" y="3726933"/>
            <a:chExt cx="6215497" cy="709182"/>
          </a:xfrm>
        </p:grpSpPr>
        <p:grpSp>
          <p:nvGrpSpPr>
            <p:cNvPr id="8" name="Grupo 7">
              <a:extLst>
                <a:ext uri="{FF2B5EF4-FFF2-40B4-BE49-F238E27FC236}">
                  <a16:creationId xmlns:a16="http://schemas.microsoft.com/office/drawing/2014/main" id="{29450372-31C0-B879-0D87-7196EB7EA319}"/>
                </a:ext>
              </a:extLst>
            </p:cNvPr>
            <p:cNvGrpSpPr/>
            <p:nvPr/>
          </p:nvGrpSpPr>
          <p:grpSpPr>
            <a:xfrm>
              <a:off x="2868028" y="3726933"/>
              <a:ext cx="87274" cy="319614"/>
              <a:chOff x="704425" y="3473172"/>
              <a:chExt cx="87274" cy="150571"/>
            </a:xfrm>
          </p:grpSpPr>
          <p:sp>
            <p:nvSpPr>
              <p:cNvPr id="10" name="object 40">
                <a:extLst>
                  <a:ext uri="{FF2B5EF4-FFF2-40B4-BE49-F238E27FC236}">
                    <a16:creationId xmlns:a16="http://schemas.microsoft.com/office/drawing/2014/main" id="{245E9539-A178-305E-B643-1F9052306974}"/>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11" name="object 41">
                <a:extLst>
                  <a:ext uri="{FF2B5EF4-FFF2-40B4-BE49-F238E27FC236}">
                    <a16:creationId xmlns:a16="http://schemas.microsoft.com/office/drawing/2014/main" id="{12807493-FC3B-5F94-B012-AB19D9E3E130}"/>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9" name="CuadroTexto 14">
              <a:extLst>
                <a:ext uri="{FF2B5EF4-FFF2-40B4-BE49-F238E27FC236}">
                  <a16:creationId xmlns:a16="http://schemas.microsoft.com/office/drawing/2014/main" id="{159E6265-E728-C37C-B967-B8A7D20652A4}"/>
                </a:ext>
              </a:extLst>
            </p:cNvPr>
            <p:cNvSpPr txBox="1"/>
            <p:nvPr/>
          </p:nvSpPr>
          <p:spPr>
            <a:xfrm>
              <a:off x="3936762" y="3727370"/>
              <a:ext cx="5146763" cy="70874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rPr>
                <a:t>Objetivo</a:t>
              </a:r>
            </a:p>
          </p:txBody>
        </p:sp>
      </p:grpSp>
      <p:grpSp>
        <p:nvGrpSpPr>
          <p:cNvPr id="12" name="Grupo 11">
            <a:extLst>
              <a:ext uri="{FF2B5EF4-FFF2-40B4-BE49-F238E27FC236}">
                <a16:creationId xmlns:a16="http://schemas.microsoft.com/office/drawing/2014/main" id="{5249718E-ABD4-659C-8748-CDC8406E7BEB}"/>
              </a:ext>
            </a:extLst>
          </p:cNvPr>
          <p:cNvGrpSpPr/>
          <p:nvPr/>
        </p:nvGrpSpPr>
        <p:grpSpPr>
          <a:xfrm>
            <a:off x="1719631" y="2425635"/>
            <a:ext cx="6207965" cy="707886"/>
            <a:chOff x="2868028" y="3655908"/>
            <a:chExt cx="6215497" cy="708744"/>
          </a:xfrm>
        </p:grpSpPr>
        <p:grpSp>
          <p:nvGrpSpPr>
            <p:cNvPr id="13" name="Grupo 12">
              <a:extLst>
                <a:ext uri="{FF2B5EF4-FFF2-40B4-BE49-F238E27FC236}">
                  <a16:creationId xmlns:a16="http://schemas.microsoft.com/office/drawing/2014/main" id="{5DE165EA-F9F6-A730-81FE-A572F4CCBA99}"/>
                </a:ext>
              </a:extLst>
            </p:cNvPr>
            <p:cNvGrpSpPr/>
            <p:nvPr/>
          </p:nvGrpSpPr>
          <p:grpSpPr>
            <a:xfrm>
              <a:off x="2868028" y="3726933"/>
              <a:ext cx="87274" cy="319614"/>
              <a:chOff x="704425" y="3473172"/>
              <a:chExt cx="87274" cy="150571"/>
            </a:xfrm>
          </p:grpSpPr>
          <p:sp>
            <p:nvSpPr>
              <p:cNvPr id="16" name="object 40">
                <a:extLst>
                  <a:ext uri="{FF2B5EF4-FFF2-40B4-BE49-F238E27FC236}">
                    <a16:creationId xmlns:a16="http://schemas.microsoft.com/office/drawing/2014/main" id="{32E884DA-832D-013A-95A1-1F9E999F7864}"/>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17" name="object 41">
                <a:extLst>
                  <a:ext uri="{FF2B5EF4-FFF2-40B4-BE49-F238E27FC236}">
                    <a16:creationId xmlns:a16="http://schemas.microsoft.com/office/drawing/2014/main" id="{016B9448-49EC-D2BA-D6AC-CEE2079B3586}"/>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15" name="CuadroTexto 14">
              <a:extLst>
                <a:ext uri="{FF2B5EF4-FFF2-40B4-BE49-F238E27FC236}">
                  <a16:creationId xmlns:a16="http://schemas.microsoft.com/office/drawing/2014/main" id="{E60AB803-8F72-5A28-95F1-2F813DED0CA3}"/>
                </a:ext>
              </a:extLst>
            </p:cNvPr>
            <p:cNvSpPr txBox="1"/>
            <p:nvPr/>
          </p:nvSpPr>
          <p:spPr>
            <a:xfrm>
              <a:off x="3936762" y="3655908"/>
              <a:ext cx="5146763" cy="70874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rPr>
                <a:t>Introducción</a:t>
              </a:r>
            </a:p>
          </p:txBody>
        </p:sp>
      </p:grpSp>
      <p:grpSp>
        <p:nvGrpSpPr>
          <p:cNvPr id="18" name="Grupo 17">
            <a:extLst>
              <a:ext uri="{FF2B5EF4-FFF2-40B4-BE49-F238E27FC236}">
                <a16:creationId xmlns:a16="http://schemas.microsoft.com/office/drawing/2014/main" id="{D16797F2-2180-5B95-534F-62142246478E}"/>
              </a:ext>
            </a:extLst>
          </p:cNvPr>
          <p:cNvGrpSpPr/>
          <p:nvPr/>
        </p:nvGrpSpPr>
        <p:grpSpPr>
          <a:xfrm>
            <a:off x="1719631" y="5416071"/>
            <a:ext cx="6207965" cy="707886"/>
            <a:chOff x="2868028" y="3655908"/>
            <a:chExt cx="6215497" cy="708744"/>
          </a:xfrm>
        </p:grpSpPr>
        <p:grpSp>
          <p:nvGrpSpPr>
            <p:cNvPr id="19" name="Grupo 18">
              <a:extLst>
                <a:ext uri="{FF2B5EF4-FFF2-40B4-BE49-F238E27FC236}">
                  <a16:creationId xmlns:a16="http://schemas.microsoft.com/office/drawing/2014/main" id="{E5C5FE08-FC2D-693D-F05C-316015EBFB1D}"/>
                </a:ext>
              </a:extLst>
            </p:cNvPr>
            <p:cNvGrpSpPr/>
            <p:nvPr/>
          </p:nvGrpSpPr>
          <p:grpSpPr>
            <a:xfrm>
              <a:off x="2868028" y="3726933"/>
              <a:ext cx="87274" cy="319614"/>
              <a:chOff x="704425" y="3473172"/>
              <a:chExt cx="87274" cy="150571"/>
            </a:xfrm>
          </p:grpSpPr>
          <p:sp>
            <p:nvSpPr>
              <p:cNvPr id="21" name="object 40">
                <a:extLst>
                  <a:ext uri="{FF2B5EF4-FFF2-40B4-BE49-F238E27FC236}">
                    <a16:creationId xmlns:a16="http://schemas.microsoft.com/office/drawing/2014/main" id="{084BCBF8-0A0C-1CF2-53FC-3BADB5C42AD9}"/>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22" name="object 41">
                <a:extLst>
                  <a:ext uri="{FF2B5EF4-FFF2-40B4-BE49-F238E27FC236}">
                    <a16:creationId xmlns:a16="http://schemas.microsoft.com/office/drawing/2014/main" id="{874282D5-2EC2-5174-CA3B-D541310DE99A}"/>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20" name="CuadroTexto 14">
              <a:extLst>
                <a:ext uri="{FF2B5EF4-FFF2-40B4-BE49-F238E27FC236}">
                  <a16:creationId xmlns:a16="http://schemas.microsoft.com/office/drawing/2014/main" id="{162C8943-8B9B-7620-A722-C1173140BA23}"/>
                </a:ext>
              </a:extLst>
            </p:cNvPr>
            <p:cNvSpPr txBox="1"/>
            <p:nvPr/>
          </p:nvSpPr>
          <p:spPr>
            <a:xfrm>
              <a:off x="3936762" y="3655908"/>
              <a:ext cx="5146763" cy="70874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lang="es-PE" sz="4000" noProof="0" dirty="0">
                  <a:solidFill>
                    <a:prstClr val="black"/>
                  </a:solidFill>
                  <a:latin typeface="Telegraf" panose="00000500000000000000" pitchFamily="50" charset="0"/>
                </a:rPr>
                <a:t>Arquitectura</a:t>
              </a:r>
              <a:endPar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endParaRPr>
            </a:p>
          </p:txBody>
        </p:sp>
      </p:grpSp>
      <p:grpSp>
        <p:nvGrpSpPr>
          <p:cNvPr id="23" name="Grupo 22">
            <a:extLst>
              <a:ext uri="{FF2B5EF4-FFF2-40B4-BE49-F238E27FC236}">
                <a16:creationId xmlns:a16="http://schemas.microsoft.com/office/drawing/2014/main" id="{275E4476-4ABB-6A1C-5536-CE26BF0763B0}"/>
              </a:ext>
            </a:extLst>
          </p:cNvPr>
          <p:cNvGrpSpPr/>
          <p:nvPr/>
        </p:nvGrpSpPr>
        <p:grpSpPr>
          <a:xfrm>
            <a:off x="1719631" y="3173135"/>
            <a:ext cx="6207965" cy="707886"/>
            <a:chOff x="2868028" y="3655909"/>
            <a:chExt cx="6215497" cy="708744"/>
          </a:xfrm>
        </p:grpSpPr>
        <p:grpSp>
          <p:nvGrpSpPr>
            <p:cNvPr id="24" name="Grupo 23">
              <a:extLst>
                <a:ext uri="{FF2B5EF4-FFF2-40B4-BE49-F238E27FC236}">
                  <a16:creationId xmlns:a16="http://schemas.microsoft.com/office/drawing/2014/main" id="{BBB0CD74-8FB7-9159-0F2D-3CA3F10DC121}"/>
                </a:ext>
              </a:extLst>
            </p:cNvPr>
            <p:cNvGrpSpPr/>
            <p:nvPr/>
          </p:nvGrpSpPr>
          <p:grpSpPr>
            <a:xfrm>
              <a:off x="2868028" y="3726933"/>
              <a:ext cx="87274" cy="319614"/>
              <a:chOff x="704425" y="3473172"/>
              <a:chExt cx="87274" cy="150571"/>
            </a:xfrm>
          </p:grpSpPr>
          <p:sp>
            <p:nvSpPr>
              <p:cNvPr id="26" name="object 40">
                <a:extLst>
                  <a:ext uri="{FF2B5EF4-FFF2-40B4-BE49-F238E27FC236}">
                    <a16:creationId xmlns:a16="http://schemas.microsoft.com/office/drawing/2014/main" id="{FD1CB8AF-96B9-B974-1D38-79C86F10FF62}"/>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27" name="object 41">
                <a:extLst>
                  <a:ext uri="{FF2B5EF4-FFF2-40B4-BE49-F238E27FC236}">
                    <a16:creationId xmlns:a16="http://schemas.microsoft.com/office/drawing/2014/main" id="{77D16C5C-67C8-407D-C8DD-273EEE0F67B9}"/>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25" name="CuadroTexto 14">
              <a:extLst>
                <a:ext uri="{FF2B5EF4-FFF2-40B4-BE49-F238E27FC236}">
                  <a16:creationId xmlns:a16="http://schemas.microsoft.com/office/drawing/2014/main" id="{4065BE9C-56F0-1794-6134-6FC18C938A86}"/>
                </a:ext>
              </a:extLst>
            </p:cNvPr>
            <p:cNvSpPr txBox="1"/>
            <p:nvPr/>
          </p:nvSpPr>
          <p:spPr>
            <a:xfrm>
              <a:off x="3936762" y="3655909"/>
              <a:ext cx="5146763" cy="70874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lang="es-PE" sz="4000" noProof="0" dirty="0">
                  <a:solidFill>
                    <a:prstClr val="black"/>
                  </a:solidFill>
                  <a:latin typeface="Telegraf" panose="00000500000000000000" pitchFamily="50" charset="0"/>
                </a:rPr>
                <a:t>Problemática</a:t>
              </a:r>
              <a:endPar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endParaRPr>
            </a:p>
          </p:txBody>
        </p:sp>
      </p:grpSp>
      <p:grpSp>
        <p:nvGrpSpPr>
          <p:cNvPr id="28" name="Grupo 27">
            <a:extLst>
              <a:ext uri="{FF2B5EF4-FFF2-40B4-BE49-F238E27FC236}">
                <a16:creationId xmlns:a16="http://schemas.microsoft.com/office/drawing/2014/main" id="{3800810A-1131-5BB0-9FAA-09638092764A}"/>
              </a:ext>
            </a:extLst>
          </p:cNvPr>
          <p:cNvGrpSpPr/>
          <p:nvPr/>
        </p:nvGrpSpPr>
        <p:grpSpPr>
          <a:xfrm>
            <a:off x="9415467" y="2425578"/>
            <a:ext cx="6207965" cy="707886"/>
            <a:chOff x="2868028" y="3655908"/>
            <a:chExt cx="6215497" cy="708744"/>
          </a:xfrm>
        </p:grpSpPr>
        <p:grpSp>
          <p:nvGrpSpPr>
            <p:cNvPr id="29" name="Grupo 28">
              <a:extLst>
                <a:ext uri="{FF2B5EF4-FFF2-40B4-BE49-F238E27FC236}">
                  <a16:creationId xmlns:a16="http://schemas.microsoft.com/office/drawing/2014/main" id="{D9A747AD-1657-2A15-C8C1-D5BD8F71EEDE}"/>
                </a:ext>
              </a:extLst>
            </p:cNvPr>
            <p:cNvGrpSpPr/>
            <p:nvPr/>
          </p:nvGrpSpPr>
          <p:grpSpPr>
            <a:xfrm>
              <a:off x="2868028" y="3726933"/>
              <a:ext cx="87274" cy="319614"/>
              <a:chOff x="704425" y="3473172"/>
              <a:chExt cx="87274" cy="150571"/>
            </a:xfrm>
          </p:grpSpPr>
          <p:sp>
            <p:nvSpPr>
              <p:cNvPr id="31" name="object 40">
                <a:extLst>
                  <a:ext uri="{FF2B5EF4-FFF2-40B4-BE49-F238E27FC236}">
                    <a16:creationId xmlns:a16="http://schemas.microsoft.com/office/drawing/2014/main" id="{6AAC6B5A-A8AA-3A28-A6B4-DFAED80891D6}"/>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32" name="object 41">
                <a:extLst>
                  <a:ext uri="{FF2B5EF4-FFF2-40B4-BE49-F238E27FC236}">
                    <a16:creationId xmlns:a16="http://schemas.microsoft.com/office/drawing/2014/main" id="{7A35FA07-DCFF-3A26-1C8A-A525C3151EFD}"/>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30" name="CuadroTexto 14">
              <a:extLst>
                <a:ext uri="{FF2B5EF4-FFF2-40B4-BE49-F238E27FC236}">
                  <a16:creationId xmlns:a16="http://schemas.microsoft.com/office/drawing/2014/main" id="{15BF998E-4A50-1896-4076-5B0B899DB223}"/>
                </a:ext>
              </a:extLst>
            </p:cNvPr>
            <p:cNvSpPr txBox="1"/>
            <p:nvPr/>
          </p:nvSpPr>
          <p:spPr>
            <a:xfrm>
              <a:off x="3936762" y="3655908"/>
              <a:ext cx="5146763" cy="70874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rPr>
                <a:t>Funcionalidades</a:t>
              </a:r>
            </a:p>
          </p:txBody>
        </p:sp>
      </p:grpSp>
      <p:grpSp>
        <p:nvGrpSpPr>
          <p:cNvPr id="33" name="Grupo 32">
            <a:extLst>
              <a:ext uri="{FF2B5EF4-FFF2-40B4-BE49-F238E27FC236}">
                <a16:creationId xmlns:a16="http://schemas.microsoft.com/office/drawing/2014/main" id="{39AE4A10-87D6-67BF-0B2B-BC26778EAD49}"/>
              </a:ext>
            </a:extLst>
          </p:cNvPr>
          <p:cNvGrpSpPr/>
          <p:nvPr/>
        </p:nvGrpSpPr>
        <p:grpSpPr>
          <a:xfrm>
            <a:off x="1719631" y="6911071"/>
            <a:ext cx="6207965" cy="707886"/>
            <a:chOff x="2868028" y="3655909"/>
            <a:chExt cx="6215497" cy="708744"/>
          </a:xfrm>
        </p:grpSpPr>
        <p:grpSp>
          <p:nvGrpSpPr>
            <p:cNvPr id="34" name="Grupo 33">
              <a:extLst>
                <a:ext uri="{FF2B5EF4-FFF2-40B4-BE49-F238E27FC236}">
                  <a16:creationId xmlns:a16="http://schemas.microsoft.com/office/drawing/2014/main" id="{7A7DA044-808B-0F3E-E021-188878038D90}"/>
                </a:ext>
              </a:extLst>
            </p:cNvPr>
            <p:cNvGrpSpPr/>
            <p:nvPr/>
          </p:nvGrpSpPr>
          <p:grpSpPr>
            <a:xfrm>
              <a:off x="2868028" y="3726933"/>
              <a:ext cx="87274" cy="319614"/>
              <a:chOff x="704425" y="3473172"/>
              <a:chExt cx="87274" cy="150571"/>
            </a:xfrm>
          </p:grpSpPr>
          <p:sp>
            <p:nvSpPr>
              <p:cNvPr id="36" name="object 40">
                <a:extLst>
                  <a:ext uri="{FF2B5EF4-FFF2-40B4-BE49-F238E27FC236}">
                    <a16:creationId xmlns:a16="http://schemas.microsoft.com/office/drawing/2014/main" id="{A4FC7B40-B122-6F93-8F41-8928F7FEA85F}"/>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37" name="object 41">
                <a:extLst>
                  <a:ext uri="{FF2B5EF4-FFF2-40B4-BE49-F238E27FC236}">
                    <a16:creationId xmlns:a16="http://schemas.microsoft.com/office/drawing/2014/main" id="{1A4979AE-96F4-5A43-F6E3-F84810568FF7}"/>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35" name="CuadroTexto 14">
              <a:extLst>
                <a:ext uri="{FF2B5EF4-FFF2-40B4-BE49-F238E27FC236}">
                  <a16:creationId xmlns:a16="http://schemas.microsoft.com/office/drawing/2014/main" id="{E71C062C-D6FA-3380-18B4-476BFFC4AC09}"/>
                </a:ext>
              </a:extLst>
            </p:cNvPr>
            <p:cNvSpPr txBox="1"/>
            <p:nvPr/>
          </p:nvSpPr>
          <p:spPr>
            <a:xfrm>
              <a:off x="3936762" y="3655909"/>
              <a:ext cx="5146763" cy="70874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rPr>
                <a:t>Base de Datos</a:t>
              </a:r>
            </a:p>
          </p:txBody>
        </p:sp>
      </p:grpSp>
      <p:grpSp>
        <p:nvGrpSpPr>
          <p:cNvPr id="38" name="Grupo 37">
            <a:extLst>
              <a:ext uri="{FF2B5EF4-FFF2-40B4-BE49-F238E27FC236}">
                <a16:creationId xmlns:a16="http://schemas.microsoft.com/office/drawing/2014/main" id="{BDDC6653-5D3A-2D3D-6CF4-FE785C3A7CE6}"/>
              </a:ext>
            </a:extLst>
          </p:cNvPr>
          <p:cNvGrpSpPr/>
          <p:nvPr/>
        </p:nvGrpSpPr>
        <p:grpSpPr>
          <a:xfrm>
            <a:off x="1719631" y="7658569"/>
            <a:ext cx="6207965" cy="707886"/>
            <a:chOff x="2868028" y="3655908"/>
            <a:chExt cx="6215497" cy="708744"/>
          </a:xfrm>
        </p:grpSpPr>
        <p:grpSp>
          <p:nvGrpSpPr>
            <p:cNvPr id="39" name="Grupo 38">
              <a:extLst>
                <a:ext uri="{FF2B5EF4-FFF2-40B4-BE49-F238E27FC236}">
                  <a16:creationId xmlns:a16="http://schemas.microsoft.com/office/drawing/2014/main" id="{F9F73342-26D7-5F53-653D-69C2DFB53DC4}"/>
                </a:ext>
              </a:extLst>
            </p:cNvPr>
            <p:cNvGrpSpPr/>
            <p:nvPr/>
          </p:nvGrpSpPr>
          <p:grpSpPr>
            <a:xfrm>
              <a:off x="2868028" y="3726933"/>
              <a:ext cx="87274" cy="319614"/>
              <a:chOff x="704425" y="3473172"/>
              <a:chExt cx="87274" cy="150571"/>
            </a:xfrm>
          </p:grpSpPr>
          <p:sp>
            <p:nvSpPr>
              <p:cNvPr id="42" name="object 40">
                <a:extLst>
                  <a:ext uri="{FF2B5EF4-FFF2-40B4-BE49-F238E27FC236}">
                    <a16:creationId xmlns:a16="http://schemas.microsoft.com/office/drawing/2014/main" id="{80A71530-C967-6307-BD86-39B505B349A3}"/>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43" name="object 41">
                <a:extLst>
                  <a:ext uri="{FF2B5EF4-FFF2-40B4-BE49-F238E27FC236}">
                    <a16:creationId xmlns:a16="http://schemas.microsoft.com/office/drawing/2014/main" id="{FB975EFC-4EEC-F001-12E8-CC5CD887B8F6}"/>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40" name="CuadroTexto 14">
              <a:extLst>
                <a:ext uri="{FF2B5EF4-FFF2-40B4-BE49-F238E27FC236}">
                  <a16:creationId xmlns:a16="http://schemas.microsoft.com/office/drawing/2014/main" id="{A45BA17A-6161-D024-71C7-5A340E252B6E}"/>
                </a:ext>
              </a:extLst>
            </p:cNvPr>
            <p:cNvSpPr txBox="1"/>
            <p:nvPr/>
          </p:nvSpPr>
          <p:spPr>
            <a:xfrm>
              <a:off x="3936762" y="3655908"/>
              <a:ext cx="5146763" cy="70874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rPr>
                <a:t>CRUD</a:t>
              </a:r>
            </a:p>
          </p:txBody>
        </p:sp>
      </p:grpSp>
      <p:grpSp>
        <p:nvGrpSpPr>
          <p:cNvPr id="45" name="Grupo 44">
            <a:extLst>
              <a:ext uri="{FF2B5EF4-FFF2-40B4-BE49-F238E27FC236}">
                <a16:creationId xmlns:a16="http://schemas.microsoft.com/office/drawing/2014/main" id="{6D220F2B-892A-107E-751C-5829DCF9650D}"/>
              </a:ext>
            </a:extLst>
          </p:cNvPr>
          <p:cNvGrpSpPr/>
          <p:nvPr/>
        </p:nvGrpSpPr>
        <p:grpSpPr>
          <a:xfrm>
            <a:off x="9415467" y="3346926"/>
            <a:ext cx="6207965" cy="707886"/>
            <a:chOff x="2868028" y="3655908"/>
            <a:chExt cx="6215497" cy="708744"/>
          </a:xfrm>
        </p:grpSpPr>
        <p:grpSp>
          <p:nvGrpSpPr>
            <p:cNvPr id="47" name="Grupo 46">
              <a:extLst>
                <a:ext uri="{FF2B5EF4-FFF2-40B4-BE49-F238E27FC236}">
                  <a16:creationId xmlns:a16="http://schemas.microsoft.com/office/drawing/2014/main" id="{35D7084A-C556-5685-B710-414EE34AD6D7}"/>
                </a:ext>
              </a:extLst>
            </p:cNvPr>
            <p:cNvGrpSpPr/>
            <p:nvPr/>
          </p:nvGrpSpPr>
          <p:grpSpPr>
            <a:xfrm>
              <a:off x="2868028" y="3726933"/>
              <a:ext cx="87274" cy="319614"/>
              <a:chOff x="704425" y="3473172"/>
              <a:chExt cx="87274" cy="150571"/>
            </a:xfrm>
          </p:grpSpPr>
          <p:sp>
            <p:nvSpPr>
              <p:cNvPr id="49" name="object 40">
                <a:extLst>
                  <a:ext uri="{FF2B5EF4-FFF2-40B4-BE49-F238E27FC236}">
                    <a16:creationId xmlns:a16="http://schemas.microsoft.com/office/drawing/2014/main" id="{6641D08A-AA64-6C10-6EBB-6976BCD89D3D}"/>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50" name="object 41">
                <a:extLst>
                  <a:ext uri="{FF2B5EF4-FFF2-40B4-BE49-F238E27FC236}">
                    <a16:creationId xmlns:a16="http://schemas.microsoft.com/office/drawing/2014/main" id="{E480EBBF-2CA7-D563-30BA-EDD4E8B3D666}"/>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48" name="CuadroTexto 14">
              <a:extLst>
                <a:ext uri="{FF2B5EF4-FFF2-40B4-BE49-F238E27FC236}">
                  <a16:creationId xmlns:a16="http://schemas.microsoft.com/office/drawing/2014/main" id="{7E1DFB59-3A10-8668-1BB7-F203BFDEE586}"/>
                </a:ext>
              </a:extLst>
            </p:cNvPr>
            <p:cNvSpPr txBox="1"/>
            <p:nvPr/>
          </p:nvSpPr>
          <p:spPr>
            <a:xfrm>
              <a:off x="3936762" y="3655908"/>
              <a:ext cx="5146763" cy="70874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lang="es-PE" sz="4000" noProof="0" dirty="0">
                  <a:solidFill>
                    <a:prstClr val="black"/>
                  </a:solidFill>
                  <a:latin typeface="Telegraf" panose="00000500000000000000" pitchFamily="50" charset="0"/>
                </a:rPr>
                <a:t>Demostración</a:t>
              </a:r>
              <a:endPar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endParaRPr>
            </a:p>
          </p:txBody>
        </p:sp>
      </p:grpSp>
      <p:grpSp>
        <p:nvGrpSpPr>
          <p:cNvPr id="51" name="Grupo 50">
            <a:extLst>
              <a:ext uri="{FF2B5EF4-FFF2-40B4-BE49-F238E27FC236}">
                <a16:creationId xmlns:a16="http://schemas.microsoft.com/office/drawing/2014/main" id="{5BEBC7A4-788D-29FF-566B-9A590694D9FB}"/>
              </a:ext>
            </a:extLst>
          </p:cNvPr>
          <p:cNvGrpSpPr/>
          <p:nvPr/>
        </p:nvGrpSpPr>
        <p:grpSpPr>
          <a:xfrm>
            <a:off x="9415467" y="4268274"/>
            <a:ext cx="6207965" cy="707886"/>
            <a:chOff x="2868028" y="3655908"/>
            <a:chExt cx="6215497" cy="708744"/>
          </a:xfrm>
        </p:grpSpPr>
        <p:grpSp>
          <p:nvGrpSpPr>
            <p:cNvPr id="56" name="Grupo 55">
              <a:extLst>
                <a:ext uri="{FF2B5EF4-FFF2-40B4-BE49-F238E27FC236}">
                  <a16:creationId xmlns:a16="http://schemas.microsoft.com/office/drawing/2014/main" id="{E2798A09-61E8-B8B5-56F4-0226D657935A}"/>
                </a:ext>
              </a:extLst>
            </p:cNvPr>
            <p:cNvGrpSpPr/>
            <p:nvPr/>
          </p:nvGrpSpPr>
          <p:grpSpPr>
            <a:xfrm>
              <a:off x="2868028" y="3726933"/>
              <a:ext cx="87274" cy="319614"/>
              <a:chOff x="704425" y="3473172"/>
              <a:chExt cx="87274" cy="150571"/>
            </a:xfrm>
          </p:grpSpPr>
          <p:sp>
            <p:nvSpPr>
              <p:cNvPr id="58" name="object 40">
                <a:extLst>
                  <a:ext uri="{FF2B5EF4-FFF2-40B4-BE49-F238E27FC236}">
                    <a16:creationId xmlns:a16="http://schemas.microsoft.com/office/drawing/2014/main" id="{6968970F-769D-F984-16BC-7E85BC7566E9}"/>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59" name="object 41">
                <a:extLst>
                  <a:ext uri="{FF2B5EF4-FFF2-40B4-BE49-F238E27FC236}">
                    <a16:creationId xmlns:a16="http://schemas.microsoft.com/office/drawing/2014/main" id="{C8962934-0154-7FD2-179D-444DD69AFEA8}"/>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57" name="CuadroTexto 14">
              <a:extLst>
                <a:ext uri="{FF2B5EF4-FFF2-40B4-BE49-F238E27FC236}">
                  <a16:creationId xmlns:a16="http://schemas.microsoft.com/office/drawing/2014/main" id="{6220E4D6-259B-B2A5-673A-CE944476AB9D}"/>
                </a:ext>
              </a:extLst>
            </p:cNvPr>
            <p:cNvSpPr txBox="1"/>
            <p:nvPr/>
          </p:nvSpPr>
          <p:spPr>
            <a:xfrm>
              <a:off x="3936762" y="3655908"/>
              <a:ext cx="5146763" cy="70874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rPr>
                <a:t>Resultados</a:t>
              </a:r>
            </a:p>
          </p:txBody>
        </p:sp>
      </p:grpSp>
      <p:grpSp>
        <p:nvGrpSpPr>
          <p:cNvPr id="64" name="Grupo 63">
            <a:extLst>
              <a:ext uri="{FF2B5EF4-FFF2-40B4-BE49-F238E27FC236}">
                <a16:creationId xmlns:a16="http://schemas.microsoft.com/office/drawing/2014/main" id="{FF01DCEB-3F37-BEB0-077E-9EF4DE973108}"/>
              </a:ext>
            </a:extLst>
          </p:cNvPr>
          <p:cNvGrpSpPr/>
          <p:nvPr/>
        </p:nvGrpSpPr>
        <p:grpSpPr>
          <a:xfrm>
            <a:off x="9415467" y="5189623"/>
            <a:ext cx="6207965" cy="707886"/>
            <a:chOff x="2868028" y="3655908"/>
            <a:chExt cx="6215497" cy="708744"/>
          </a:xfrm>
        </p:grpSpPr>
        <p:grpSp>
          <p:nvGrpSpPr>
            <p:cNvPr id="65" name="Grupo 64">
              <a:extLst>
                <a:ext uri="{FF2B5EF4-FFF2-40B4-BE49-F238E27FC236}">
                  <a16:creationId xmlns:a16="http://schemas.microsoft.com/office/drawing/2014/main" id="{1B157C51-5ABF-2549-31F7-25F54DFF59D0}"/>
                </a:ext>
              </a:extLst>
            </p:cNvPr>
            <p:cNvGrpSpPr/>
            <p:nvPr/>
          </p:nvGrpSpPr>
          <p:grpSpPr>
            <a:xfrm>
              <a:off x="2868028" y="3726933"/>
              <a:ext cx="87274" cy="319614"/>
              <a:chOff x="704425" y="3473172"/>
              <a:chExt cx="87274" cy="150571"/>
            </a:xfrm>
          </p:grpSpPr>
          <p:sp>
            <p:nvSpPr>
              <p:cNvPr id="67" name="object 40">
                <a:extLst>
                  <a:ext uri="{FF2B5EF4-FFF2-40B4-BE49-F238E27FC236}">
                    <a16:creationId xmlns:a16="http://schemas.microsoft.com/office/drawing/2014/main" id="{8C1D716E-0C22-379C-2D91-18D7B3944375}"/>
                  </a:ext>
                </a:extLst>
              </p:cNvPr>
              <p:cNvSpPr/>
              <p:nvPr/>
            </p:nvSpPr>
            <p:spPr>
              <a:xfrm>
                <a:off x="748065" y="3473172"/>
                <a:ext cx="0" cy="150571"/>
              </a:xfrm>
              <a:custGeom>
                <a:avLst/>
                <a:gdLst/>
                <a:ahLst/>
                <a:cxnLst/>
                <a:rect l="l" t="t" r="r" b="b"/>
                <a:pathLst>
                  <a:path h="150571">
                    <a:moveTo>
                      <a:pt x="0" y="0"/>
                    </a:moveTo>
                    <a:lnTo>
                      <a:pt x="0" y="15057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sp>
            <p:nvSpPr>
              <p:cNvPr id="68" name="object 41">
                <a:extLst>
                  <a:ext uri="{FF2B5EF4-FFF2-40B4-BE49-F238E27FC236}">
                    <a16:creationId xmlns:a16="http://schemas.microsoft.com/office/drawing/2014/main" id="{90DDC42B-3D51-2E29-30E8-1B5BF8D54E81}"/>
                  </a:ext>
                </a:extLst>
              </p:cNvPr>
              <p:cNvSpPr/>
              <p:nvPr/>
            </p:nvSpPr>
            <p:spPr>
              <a:xfrm>
                <a:off x="704425" y="3473176"/>
                <a:ext cx="87274" cy="39941"/>
              </a:xfrm>
              <a:custGeom>
                <a:avLst/>
                <a:gdLst/>
                <a:ahLst/>
                <a:cxnLst/>
                <a:rect l="l" t="t" r="r" b="b"/>
                <a:pathLst>
                  <a:path w="87274" h="39941">
                    <a:moveTo>
                      <a:pt x="87274" y="39941"/>
                    </a:moveTo>
                    <a:lnTo>
                      <a:pt x="81203" y="35712"/>
                    </a:lnTo>
                    <a:lnTo>
                      <a:pt x="75476" y="31038"/>
                    </a:lnTo>
                    <a:lnTo>
                      <a:pt x="70078" y="26022"/>
                    </a:lnTo>
                    <a:lnTo>
                      <a:pt x="64541" y="20853"/>
                    </a:lnTo>
                    <a:lnTo>
                      <a:pt x="59385" y="15316"/>
                    </a:lnTo>
                    <a:lnTo>
                      <a:pt x="54660" y="9423"/>
                    </a:lnTo>
                    <a:lnTo>
                      <a:pt x="52184" y="6362"/>
                    </a:lnTo>
                    <a:lnTo>
                      <a:pt x="49847" y="3225"/>
                    </a:lnTo>
                    <a:lnTo>
                      <a:pt x="47612" y="0"/>
                    </a:lnTo>
                    <a:lnTo>
                      <a:pt x="39662" y="0"/>
                    </a:lnTo>
                    <a:lnTo>
                      <a:pt x="37426" y="3225"/>
                    </a:lnTo>
                    <a:lnTo>
                      <a:pt x="35090" y="6362"/>
                    </a:lnTo>
                    <a:lnTo>
                      <a:pt x="32626" y="9423"/>
                    </a:lnTo>
                    <a:lnTo>
                      <a:pt x="27889" y="15316"/>
                    </a:lnTo>
                    <a:lnTo>
                      <a:pt x="22733" y="20853"/>
                    </a:lnTo>
                    <a:lnTo>
                      <a:pt x="17208" y="26022"/>
                    </a:lnTo>
                    <a:lnTo>
                      <a:pt x="11810" y="31038"/>
                    </a:lnTo>
                    <a:lnTo>
                      <a:pt x="6070" y="35712"/>
                    </a:lnTo>
                    <a:lnTo>
                      <a:pt x="0" y="39941"/>
                    </a:lnTo>
                  </a:path>
                </a:pathLst>
              </a:custGeom>
              <a:ln w="38100">
                <a:solidFill>
                  <a:schemeClr val="bg1"/>
                </a:solidFill>
              </a:ln>
            </p:spPr>
            <p:txBody>
              <a:bodyPr wrap="square" lIns="0" tIns="0" rIns="0" bIns="0"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endParaRPr kumimoji="0" lang="es-PE" sz="40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66" name="CuadroTexto 14">
              <a:extLst>
                <a:ext uri="{FF2B5EF4-FFF2-40B4-BE49-F238E27FC236}">
                  <a16:creationId xmlns:a16="http://schemas.microsoft.com/office/drawing/2014/main" id="{BB7BD585-8F60-49D2-3736-C506481D22B5}"/>
                </a:ext>
              </a:extLst>
            </p:cNvPr>
            <p:cNvSpPr txBox="1"/>
            <p:nvPr/>
          </p:nvSpPr>
          <p:spPr>
            <a:xfrm>
              <a:off x="3936762" y="3655908"/>
              <a:ext cx="5146763" cy="70874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94" b="0" i="0" u="none" strike="noStrike" cap="none">
                  <a:solidFill>
                    <a:srgbClr val="000000"/>
                  </a:solidFill>
                  <a:latin typeface="Arial"/>
                  <a:ea typeface="Arial"/>
                  <a:cs typeface="Arial"/>
                  <a:sym typeface="Arial"/>
                </a:defRPr>
              </a:lvl9pPr>
            </a:lstStyle>
            <a:p>
              <a:pPr marL="0" marR="0" lvl="0" indent="0" algn="l" defTabSz="913253" rtl="0" eaLnBrk="1" fontAlgn="auto" latinLnBrk="0" hangingPunct="1">
                <a:lnSpc>
                  <a:spcPct val="100000"/>
                </a:lnSpc>
                <a:spcBef>
                  <a:spcPts val="0"/>
                </a:spcBef>
                <a:spcAft>
                  <a:spcPts val="0"/>
                </a:spcAft>
                <a:buClr>
                  <a:srgbClr val="000000"/>
                </a:buClr>
                <a:buSzTx/>
                <a:buFont typeface="Arial"/>
                <a:buNone/>
                <a:tabLst/>
                <a:defRPr/>
              </a:pPr>
              <a:r>
                <a:rPr lang="es-PE" sz="4000" noProof="0" dirty="0">
                  <a:solidFill>
                    <a:prstClr val="black"/>
                  </a:solidFill>
                  <a:latin typeface="Telegraf" panose="00000500000000000000" pitchFamily="50" charset="0"/>
                </a:rPr>
                <a:t>Conclusiones</a:t>
              </a:r>
              <a:endParaRPr kumimoji="0" lang="es-PE" sz="4000" b="0" i="0" u="none" strike="noStrike" kern="0" cap="none" spc="0" normalizeH="0" baseline="0" noProof="0" dirty="0">
                <a:ln>
                  <a:noFill/>
                </a:ln>
                <a:solidFill>
                  <a:prstClr val="black"/>
                </a:solidFill>
                <a:effectLst/>
                <a:uLnTx/>
                <a:uFillTx/>
                <a:latin typeface="Telegraf" panose="00000500000000000000" pitchFamily="50" charset="0"/>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44BC8AF8-21C4-3BFC-4621-E8204FFD9E71}"/>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90866FB4-6B23-713E-496F-C657B999A94D}"/>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AB5C99E1-EFC0-7ECE-97BF-998ADFCB0AED}"/>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PE" sz="5400" noProof="0" dirty="0">
                <a:ln w="0"/>
                <a:solidFill>
                  <a:prstClr val="black"/>
                </a:solidFill>
                <a:latin typeface="Sharp Grotesk Bold 15" panose="00000806000000000000" pitchFamily="50" charset="0"/>
              </a:rPr>
              <a:t>INTRODUCCIÓN</a:t>
            </a:r>
            <a:endPar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sp>
        <p:nvSpPr>
          <p:cNvPr id="22" name="Rectángulo 21">
            <a:extLst>
              <a:ext uri="{FF2B5EF4-FFF2-40B4-BE49-F238E27FC236}">
                <a16:creationId xmlns:a16="http://schemas.microsoft.com/office/drawing/2014/main" id="{7FCBC322-FB5D-8183-A743-663A958F2425}"/>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1</a:t>
            </a:r>
          </a:p>
        </p:txBody>
      </p:sp>
      <p:pic>
        <p:nvPicPr>
          <p:cNvPr id="12" name="Imagen 11">
            <a:extLst>
              <a:ext uri="{FF2B5EF4-FFF2-40B4-BE49-F238E27FC236}">
                <a16:creationId xmlns:a16="http://schemas.microsoft.com/office/drawing/2014/main" id="{3B4B94E5-A22C-E135-B7E6-908A7EB6A449}"/>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3148485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924FE3E4-2CE3-1E1B-E228-CED9E73387AB}"/>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7CD6FD38-CA24-F437-E826-731782D52BB3}"/>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AF58B8E9-ED19-91FE-21BC-3BCA8FFE05A8}"/>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1.1</a:t>
            </a:r>
          </a:p>
        </p:txBody>
      </p:sp>
      <p:pic>
        <p:nvPicPr>
          <p:cNvPr id="12" name="Imagen 11">
            <a:extLst>
              <a:ext uri="{FF2B5EF4-FFF2-40B4-BE49-F238E27FC236}">
                <a16:creationId xmlns:a16="http://schemas.microsoft.com/office/drawing/2014/main" id="{546133E4-DCDA-A70B-00CB-6C8706F9E1EE}"/>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CAE15B13-F942-C1B0-57EB-6CA877F11505}"/>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Introducción</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71205510-96BD-00C8-53BF-8901993530A1}"/>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5312AEFC-BCBD-3662-4EE1-0985BC804A2F}"/>
              </a:ext>
            </a:extLst>
          </p:cNvPr>
          <p:cNvSpPr txBox="1"/>
          <p:nvPr/>
        </p:nvSpPr>
        <p:spPr>
          <a:xfrm>
            <a:off x="454123" y="2297390"/>
            <a:ext cx="7218057" cy="6199428"/>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Introducción:</a:t>
            </a: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La Biblioteca Comunitaria brinda el servicio de compartir conocimiento por medio de prestamos de libros sin costo alguno. Muchas de las personas se benefician de este servicio. </a:t>
            </a:r>
          </a:p>
          <a:p>
            <a:pPr marR="153670" algn="just">
              <a:lnSpc>
                <a:spcPct val="107000"/>
              </a:lnSpc>
              <a:spcBef>
                <a:spcPts val="430"/>
              </a:spcBef>
            </a:pPr>
            <a:endPar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endParaRP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Actualmente, hay mucha demanda y el Sistema de atención manual no le esta permitiendo realizar correctamente su trabajo. Por esa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razon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estan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solicitando un sistema que permita administrar de forma eficiente los libros, los usuarios y prestamos, etc.</a:t>
            </a:r>
          </a:p>
          <a:p>
            <a:pPr marR="153670" algn="just">
              <a:lnSpc>
                <a:spcPct val="107000"/>
              </a:lnSpc>
              <a:spcBef>
                <a:spcPts val="430"/>
              </a:spcBef>
            </a:pPr>
            <a:endPar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endParaRP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El Proyecto presente ha sido desarrollado utilizando Java y MySQL para automatizar estos procesos, y con ellos reducir errores mejorando el control optimo de la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informacion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y buen servicio de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atencion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al usuario.</a:t>
            </a:r>
          </a:p>
        </p:txBody>
      </p:sp>
      <p:pic>
        <p:nvPicPr>
          <p:cNvPr id="3" name="Imagen 2" descr="El sistema de gestión introducción - YouTube">
            <a:extLst>
              <a:ext uri="{FF2B5EF4-FFF2-40B4-BE49-F238E27FC236}">
                <a16:creationId xmlns:a16="http://schemas.microsoft.com/office/drawing/2014/main" id="{41F0BC2B-F1A3-3341-5283-D9C11D3A5FCE}"/>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4" name="Imagen 3" descr="10 principios para una biblioteca abierta y hospitalaria… y 5 ...">
            <a:extLst>
              <a:ext uri="{FF2B5EF4-FFF2-40B4-BE49-F238E27FC236}">
                <a16:creationId xmlns:a16="http://schemas.microsoft.com/office/drawing/2014/main" id="{0DC0F5DB-8265-8F19-9C55-7FDB90A09D49}"/>
              </a:ext>
            </a:extLst>
          </p:cNvPr>
          <p:cNvPicPr>
            <a:picLocks noChangeAspect="1"/>
          </p:cNvPicPr>
          <p:nvPr/>
        </p:nvPicPr>
        <p:blipFill>
          <a:blip r:embed="rId6"/>
          <a:stretch>
            <a:fillRect/>
          </a:stretch>
        </p:blipFill>
        <p:spPr>
          <a:xfrm>
            <a:off x="9349531" y="5253968"/>
            <a:ext cx="5420569" cy="3242850"/>
          </a:xfrm>
          <a:prstGeom prst="rect">
            <a:avLst/>
          </a:prstGeom>
        </p:spPr>
      </p:pic>
    </p:spTree>
    <p:extLst>
      <p:ext uri="{BB962C8B-B14F-4D97-AF65-F5344CB8AC3E}">
        <p14:creationId xmlns:p14="http://schemas.microsoft.com/office/powerpoint/2010/main" val="2703178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9F3BADB9-210A-6DFC-06CE-607BCED7EB25}"/>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EC78734D-2BBA-62A0-C07E-36B8CCF36B64}"/>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CFB3F481-CAAF-216F-E331-A84C8DE120F8}"/>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PROBLEMATICA</a:t>
            </a:r>
          </a:p>
        </p:txBody>
      </p:sp>
      <p:sp>
        <p:nvSpPr>
          <p:cNvPr id="22" name="Rectángulo 21">
            <a:extLst>
              <a:ext uri="{FF2B5EF4-FFF2-40B4-BE49-F238E27FC236}">
                <a16:creationId xmlns:a16="http://schemas.microsoft.com/office/drawing/2014/main" id="{93C97B6C-8902-F0B1-D4AF-82AA5B3FB558}"/>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2</a:t>
            </a:r>
          </a:p>
        </p:txBody>
      </p:sp>
      <p:pic>
        <p:nvPicPr>
          <p:cNvPr id="12" name="Imagen 11">
            <a:extLst>
              <a:ext uri="{FF2B5EF4-FFF2-40B4-BE49-F238E27FC236}">
                <a16:creationId xmlns:a16="http://schemas.microsoft.com/office/drawing/2014/main" id="{35C3E3D1-91F3-C051-E8A2-F3A8C2B84F92}"/>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2273675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C43192C2-F865-3FCF-B9CA-029464BD6A82}"/>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9BA7A5F7-0308-7F80-03AA-5BE5B2ADE2C6}"/>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B7DB5E74-A264-8B69-7F5A-1C7FD0AF636E}"/>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2</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9A24CFDC-B8B5-6FDE-29A2-2A12012F41E0}"/>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9DB469E7-17B3-CC5F-708A-1661772AA2B7}"/>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Problemática</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49779A18-A360-C799-FB27-86EC759F8C01}"/>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0BBA62BB-3EB9-BA92-96B7-61EC7C3579F7}"/>
              </a:ext>
            </a:extLst>
          </p:cNvPr>
          <p:cNvSpPr txBox="1"/>
          <p:nvPr/>
        </p:nvSpPr>
        <p:spPr>
          <a:xfrm>
            <a:off x="454123" y="2297390"/>
            <a:ext cx="7218057" cy="6062085"/>
          </a:xfrm>
          <a:prstGeom prst="roundRect">
            <a:avLst/>
          </a:prstGeom>
          <a:solidFill>
            <a:schemeClr val="bg1"/>
          </a:solidFill>
        </p:spPr>
        <p:txBody>
          <a:bodyPr wrap="square">
            <a:spAutoFit/>
          </a:bodyPr>
          <a:lstStyle/>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Actualmente la biblioteca comunitaria presenta diversos problemas, pero uno de los principales problemas es que </a:t>
            </a: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no cuenta con un “Sistema de </a:t>
            </a:r>
            <a:r>
              <a:rPr lang="es-PE" sz="2000" b="1"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gestion</a:t>
            </a: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t>
            </a:r>
            <a:r>
              <a:rPr lang="es-PE" sz="2000" b="1"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informatica</a:t>
            </a: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para realizar todos los procesos que hasta antes de la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implementacion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lo realizaban manualmente lo que originaba los siguientes problemas como por ejemplo:</a:t>
            </a:r>
          </a:p>
          <a:p>
            <a:pPr marR="153670" algn="just">
              <a:lnSpc>
                <a:spcPct val="107000"/>
              </a:lnSpc>
              <a:spcBef>
                <a:spcPts val="430"/>
              </a:spcBef>
            </a:pPr>
            <a:endPar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endParaRPr>
          </a:p>
          <a:p>
            <a:pPr marL="342900" marR="153670" indent="-342900" algn="just">
              <a:lnSpc>
                <a:spcPct val="107000"/>
              </a:lnSpc>
              <a:spcBef>
                <a:spcPts val="430"/>
              </a:spcBef>
              <a:buFontTx/>
              <a:buChar char="-"/>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Registros manuales de libros.</a:t>
            </a:r>
          </a:p>
          <a:p>
            <a:pPr marL="342900" marR="153670" indent="-342900" algn="just">
              <a:lnSpc>
                <a:spcPct val="107000"/>
              </a:lnSpc>
              <a:spcBef>
                <a:spcPts val="430"/>
              </a:spcBef>
              <a:buFontTx/>
              <a:buChar char="-"/>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Perdida de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informacion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t>
            </a:r>
          </a:p>
          <a:p>
            <a:pPr marL="342900" marR="153670" indent="-342900" algn="just">
              <a:lnSpc>
                <a:spcPct val="107000"/>
              </a:lnSpc>
              <a:spcBef>
                <a:spcPts val="430"/>
              </a:spcBef>
              <a:buFontTx/>
              <a:buChar char="-"/>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Dificultad para controlar prestamos.</a:t>
            </a:r>
          </a:p>
          <a:p>
            <a:pPr marL="342900" marR="153670" indent="-342900" algn="just">
              <a:lnSpc>
                <a:spcPct val="107000"/>
              </a:lnSpc>
              <a:spcBef>
                <a:spcPts val="430"/>
              </a:spcBef>
              <a:buFontTx/>
              <a:buChar char="-"/>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Demora en la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busqueda</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de libros.</a:t>
            </a:r>
          </a:p>
          <a:p>
            <a:pPr marL="342900" marR="153670" indent="-342900" algn="just">
              <a:lnSpc>
                <a:spcPct val="107000"/>
              </a:lnSpc>
              <a:spcBef>
                <a:spcPts val="430"/>
              </a:spcBef>
              <a:buFontTx/>
              <a:buChar char="-"/>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Información desorganizada.</a:t>
            </a:r>
          </a:p>
          <a:p>
            <a:pPr marL="342900" marR="153670" indent="-342900" algn="just">
              <a:lnSpc>
                <a:spcPct val="107000"/>
              </a:lnSpc>
              <a:spcBef>
                <a:spcPts val="430"/>
              </a:spcBef>
              <a:buFontTx/>
              <a:buChar char="-"/>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Dificultad para consultar historiales.</a:t>
            </a:r>
          </a:p>
          <a:p>
            <a:pPr marL="342900" marR="153670" indent="-342900" algn="just">
              <a:lnSpc>
                <a:spcPct val="107000"/>
              </a:lnSpc>
              <a:spcBef>
                <a:spcPts val="430"/>
              </a:spcBef>
              <a:buFontTx/>
              <a:buChar char="-"/>
            </a:pPr>
            <a:endPar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endParaRPr>
          </a:p>
          <a:p>
            <a:pPr marL="342900" marR="153670" indent="-342900" algn="just">
              <a:lnSpc>
                <a:spcPct val="107000"/>
              </a:lnSpc>
              <a:spcBef>
                <a:spcPts val="430"/>
              </a:spcBef>
              <a:buFontTx/>
              <a:buChar char="-"/>
            </a:pPr>
            <a:endPar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endParaRPr>
          </a:p>
        </p:txBody>
      </p:sp>
      <p:pic>
        <p:nvPicPr>
          <p:cNvPr id="9" name="Imagen 8" descr="Vector Library at Vectorified.com | Collection of Vector Library free ...">
            <a:extLst>
              <a:ext uri="{FF2B5EF4-FFF2-40B4-BE49-F238E27FC236}">
                <a16:creationId xmlns:a16="http://schemas.microsoft.com/office/drawing/2014/main" id="{4C6D2359-3EAB-BF1C-EDAB-A5174D9C1559}"/>
              </a:ext>
            </a:extLst>
          </p:cNvPr>
          <p:cNvPicPr>
            <a:picLocks noChangeAspect="1"/>
          </p:cNvPicPr>
          <p:nvPr/>
        </p:nvPicPr>
        <p:blipFill>
          <a:blip r:embed="rId5"/>
          <a:srcRect t="5950" b="11558"/>
          <a:stretch>
            <a:fillRect/>
          </a:stretch>
        </p:blipFill>
        <p:spPr>
          <a:xfrm>
            <a:off x="10819108" y="4584700"/>
            <a:ext cx="5095649" cy="4203524"/>
          </a:xfrm>
          <a:prstGeom prst="rect">
            <a:avLst/>
          </a:prstGeom>
        </p:spPr>
      </p:pic>
      <p:pic>
        <p:nvPicPr>
          <p:cNvPr id="10" name="Imagen 9" descr="Online Library Concept Stock Illustration - Download Image Now - Active ...">
            <a:extLst>
              <a:ext uri="{FF2B5EF4-FFF2-40B4-BE49-F238E27FC236}">
                <a16:creationId xmlns:a16="http://schemas.microsoft.com/office/drawing/2014/main" id="{C3004AA7-4673-3B1F-AEA9-13498E2E2219}"/>
              </a:ext>
            </a:extLst>
          </p:cNvPr>
          <p:cNvPicPr>
            <a:picLocks noChangeAspect="1"/>
          </p:cNvPicPr>
          <p:nvPr/>
        </p:nvPicPr>
        <p:blipFill>
          <a:blip r:embed="rId6"/>
          <a:srcRect t="4738" b="6907"/>
          <a:stretch>
            <a:fillRect/>
          </a:stretch>
        </p:blipFill>
        <p:spPr>
          <a:xfrm>
            <a:off x="9558125" y="2195790"/>
            <a:ext cx="2521966" cy="2973110"/>
          </a:xfrm>
          <a:prstGeom prst="rect">
            <a:avLst/>
          </a:prstGeom>
        </p:spPr>
      </p:pic>
    </p:spTree>
    <p:extLst>
      <p:ext uri="{BB962C8B-B14F-4D97-AF65-F5344CB8AC3E}">
        <p14:creationId xmlns:p14="http://schemas.microsoft.com/office/powerpoint/2010/main" val="1799200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AC099796-51A4-D14A-3E96-9A65711190B6}"/>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25674110-AE88-5B8D-B4EE-DBEF5F9805C8}"/>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1BDC23DA-54D7-D0E9-3A77-CA69C15A5AE5}"/>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2</a:t>
            </a:r>
            <a:r>
              <a:rPr lang="es-PE" sz="4400" b="0" cap="none" spc="0" noProof="0" dirty="0">
                <a:ln w="0"/>
                <a:solidFill>
                  <a:schemeClr val="tx1"/>
                </a:solidFill>
                <a:latin typeface="Sharp Grotesk Bold 15" panose="00000806000000000000" pitchFamily="50" charset="0"/>
              </a:rPr>
              <a:t>.2</a:t>
            </a:r>
          </a:p>
        </p:txBody>
      </p:sp>
      <p:pic>
        <p:nvPicPr>
          <p:cNvPr id="12" name="Imagen 11">
            <a:extLst>
              <a:ext uri="{FF2B5EF4-FFF2-40B4-BE49-F238E27FC236}">
                <a16:creationId xmlns:a16="http://schemas.microsoft.com/office/drawing/2014/main" id="{9F87E34F-C1FA-C64F-0EB5-C6DED6477D96}"/>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F7183C4C-2AE2-0D36-4948-D9A604D94DB0}"/>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Problemática – Diagrama de Ishikawa</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1631D85B-1DF4-D739-523C-52DAC62B1BD9}"/>
              </a:ext>
            </a:extLst>
          </p:cNvPr>
          <p:cNvSpPr/>
          <p:nvPr/>
        </p:nvSpPr>
        <p:spPr>
          <a:xfrm>
            <a:off x="-11136" y="1814790"/>
            <a:ext cx="16025835"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pic>
        <p:nvPicPr>
          <p:cNvPr id="14" name="Imagen 13">
            <a:extLst>
              <a:ext uri="{FF2B5EF4-FFF2-40B4-BE49-F238E27FC236}">
                <a16:creationId xmlns:a16="http://schemas.microsoft.com/office/drawing/2014/main" id="{AB6E6A91-CFE3-1DAC-9130-7575856DBA1A}"/>
              </a:ext>
            </a:extLst>
          </p:cNvPr>
          <p:cNvPicPr>
            <a:picLocks noChangeAspect="1"/>
          </p:cNvPicPr>
          <p:nvPr/>
        </p:nvPicPr>
        <p:blipFill>
          <a:blip r:embed="rId5"/>
          <a:stretch>
            <a:fillRect/>
          </a:stretch>
        </p:blipFill>
        <p:spPr>
          <a:xfrm>
            <a:off x="1268965" y="2155824"/>
            <a:ext cx="13465631" cy="6426777"/>
          </a:xfrm>
          <a:prstGeom prst="rect">
            <a:avLst/>
          </a:prstGeom>
        </p:spPr>
      </p:pic>
    </p:spTree>
    <p:extLst>
      <p:ext uri="{BB962C8B-B14F-4D97-AF65-F5344CB8AC3E}">
        <p14:creationId xmlns:p14="http://schemas.microsoft.com/office/powerpoint/2010/main" val="3449393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E41CE3F0-F17E-F0CE-8DBB-551C4B0356FE}"/>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05A7D34D-18DA-1272-4084-2860EB3C868D}"/>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F1DDAABA-DFC0-09D7-8A9E-F09DA8E44E09}"/>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OBJETIVOS</a:t>
            </a:r>
          </a:p>
        </p:txBody>
      </p:sp>
      <p:sp>
        <p:nvSpPr>
          <p:cNvPr id="22" name="Rectángulo 21">
            <a:extLst>
              <a:ext uri="{FF2B5EF4-FFF2-40B4-BE49-F238E27FC236}">
                <a16:creationId xmlns:a16="http://schemas.microsoft.com/office/drawing/2014/main" id="{F67E2B58-9D5A-CFCA-C750-7D477B552060}"/>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3</a:t>
            </a:r>
          </a:p>
        </p:txBody>
      </p:sp>
      <p:pic>
        <p:nvPicPr>
          <p:cNvPr id="12" name="Imagen 11">
            <a:extLst>
              <a:ext uri="{FF2B5EF4-FFF2-40B4-BE49-F238E27FC236}">
                <a16:creationId xmlns:a16="http://schemas.microsoft.com/office/drawing/2014/main" id="{2009F97D-6D28-A6AC-A5AA-563F43E0DE86}"/>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493832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67F9587E-0794-7CA5-1996-0FE2A4BEC046}"/>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AE3431FB-8671-F6F3-AC02-C82A7DC4160C}"/>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FF20E964-1F07-8A82-D126-D8090CF5790C}"/>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3</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FB187993-D385-A532-4986-61A220F232CA}"/>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F893C848-62EE-2961-BC88-BC81BA0EA33F}"/>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Objetivos Generales</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9B5FED56-561A-7EF2-63FA-9627FBC7BFA5}"/>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E27C123D-599B-7AD4-B636-82C4D274120D}"/>
              </a:ext>
            </a:extLst>
          </p:cNvPr>
          <p:cNvSpPr txBox="1"/>
          <p:nvPr/>
        </p:nvSpPr>
        <p:spPr>
          <a:xfrm>
            <a:off x="570328" y="3981047"/>
            <a:ext cx="7218057" cy="2272111"/>
          </a:xfrm>
          <a:prstGeom prst="roundRect">
            <a:avLst/>
          </a:prstGeom>
          <a:solidFill>
            <a:schemeClr val="bg1"/>
          </a:solidFill>
        </p:spPr>
        <p:txBody>
          <a:bodyPr wrap="square">
            <a:spAutoFit/>
          </a:bodyPr>
          <a:lstStyle/>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El objetivo general del presente Proyecto es desarrollar un sistema de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gestion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que brinde soluciones a los problemas que tiene actualmente la biblioteca utilizando el lenguaje de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programacion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Java, MySQL y la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aplicacion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de las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tecnicas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de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programacion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orientadas a objetos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asi</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como las operaciones CRUD. </a:t>
            </a:r>
          </a:p>
        </p:txBody>
      </p:sp>
      <p:pic>
        <p:nvPicPr>
          <p:cNvPr id="3" name="Imagen 2" descr="El sistema de gestión introducción - YouTube">
            <a:extLst>
              <a:ext uri="{FF2B5EF4-FFF2-40B4-BE49-F238E27FC236}">
                <a16:creationId xmlns:a16="http://schemas.microsoft.com/office/drawing/2014/main" id="{4CD5161F-B7A8-531D-6178-8D45FB55C2FE}"/>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4" name="Imagen 3" descr="10 principios para una biblioteca abierta y hospitalaria… y 5 ...">
            <a:extLst>
              <a:ext uri="{FF2B5EF4-FFF2-40B4-BE49-F238E27FC236}">
                <a16:creationId xmlns:a16="http://schemas.microsoft.com/office/drawing/2014/main" id="{72B6414F-76BF-FB57-59F7-0478BAA1486B}"/>
              </a:ext>
            </a:extLst>
          </p:cNvPr>
          <p:cNvPicPr>
            <a:picLocks noChangeAspect="1"/>
          </p:cNvPicPr>
          <p:nvPr/>
        </p:nvPicPr>
        <p:blipFill>
          <a:blip r:embed="rId6"/>
          <a:stretch>
            <a:fillRect/>
          </a:stretch>
        </p:blipFill>
        <p:spPr>
          <a:xfrm>
            <a:off x="9349531" y="5253968"/>
            <a:ext cx="5420569" cy="3242850"/>
          </a:xfrm>
          <a:prstGeom prst="rect">
            <a:avLst/>
          </a:prstGeom>
        </p:spPr>
      </p:pic>
      <p:sp>
        <p:nvSpPr>
          <p:cNvPr id="7" name="Rectángulo: esquinas redondeadas 6">
            <a:extLst>
              <a:ext uri="{FF2B5EF4-FFF2-40B4-BE49-F238E27FC236}">
                <a16:creationId xmlns:a16="http://schemas.microsoft.com/office/drawing/2014/main" id="{8D42516F-5C0D-7CA8-A1D2-3562D4003C00}"/>
              </a:ext>
            </a:extLst>
          </p:cNvPr>
          <p:cNvSpPr/>
          <p:nvPr/>
        </p:nvSpPr>
        <p:spPr>
          <a:xfrm>
            <a:off x="3039985" y="3004457"/>
            <a:ext cx="2278742" cy="57120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PE" noProof="0" dirty="0"/>
              <a:t>OBJETIVO</a:t>
            </a:r>
          </a:p>
        </p:txBody>
      </p:sp>
    </p:spTree>
    <p:extLst>
      <p:ext uri="{BB962C8B-B14F-4D97-AF65-F5344CB8AC3E}">
        <p14:creationId xmlns:p14="http://schemas.microsoft.com/office/powerpoint/2010/main" val="3261184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7931C986-FDDB-3529-CF6E-54B168E15798}"/>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25DC5C50-B580-8588-B0B6-5FF011616733}"/>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72837F6B-D63D-7772-BC29-1703D5C7D289}"/>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3</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8E1E3817-F6DA-0692-F2F3-CFCC0959CB5F}"/>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256EC4A0-ADA5-21D3-08D7-BBA7D12C7990}"/>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Objetivos Generales</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3AB705B8-6DE3-BE66-2C51-7790C4B25EF6}"/>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21F7062C-A06F-0276-7A6E-76F2C459E2D1}"/>
              </a:ext>
            </a:extLst>
          </p:cNvPr>
          <p:cNvSpPr txBox="1"/>
          <p:nvPr/>
        </p:nvSpPr>
        <p:spPr>
          <a:xfrm>
            <a:off x="570328" y="3981047"/>
            <a:ext cx="7218057" cy="3705695"/>
          </a:xfrm>
          <a:prstGeom prst="roundRect">
            <a:avLst/>
          </a:prstGeom>
          <a:solidFill>
            <a:schemeClr val="bg1"/>
          </a:solidFill>
        </p:spPr>
        <p:txBody>
          <a:bodyPr wrap="square">
            <a:spAutoFit/>
          </a:bodyPr>
          <a:lstStyle/>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Diseñar un sistema aplicando las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tecnicas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de POO como encapsulamientos,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abstraccion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herencia y polimorfismo.</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Diseñar una interfaz grafica amigable.</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Implementar operaciones CRUD.</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Implementar funcionalidades como Registrar, actualizar prestamos, devoluciones, etc.</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Aplicar validaciones que eviten duplicidad.</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Implementar una base de datos con MySQL.</a:t>
            </a:r>
          </a:p>
          <a:p>
            <a:pPr marL="342900" marR="153670" indent="-342900" algn="just">
              <a:lnSpc>
                <a:spcPct val="107000"/>
              </a:lnSpc>
              <a:spcBef>
                <a:spcPts val="430"/>
              </a:spcBef>
              <a:buFont typeface="Wingdings" panose="05000000000000000000" pitchFamily="2" charset="2"/>
              <a:buChar char="Ø"/>
            </a:pPr>
            <a:endPar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endParaRPr>
          </a:p>
        </p:txBody>
      </p:sp>
      <p:pic>
        <p:nvPicPr>
          <p:cNvPr id="3" name="Imagen 2" descr="El sistema de gestión introducción - YouTube">
            <a:extLst>
              <a:ext uri="{FF2B5EF4-FFF2-40B4-BE49-F238E27FC236}">
                <a16:creationId xmlns:a16="http://schemas.microsoft.com/office/drawing/2014/main" id="{01DB606A-1165-73F0-2383-96C6FFA2900A}"/>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4" name="Imagen 3" descr="10 principios para una biblioteca abierta y hospitalaria… y 5 ...">
            <a:extLst>
              <a:ext uri="{FF2B5EF4-FFF2-40B4-BE49-F238E27FC236}">
                <a16:creationId xmlns:a16="http://schemas.microsoft.com/office/drawing/2014/main" id="{5CB23CE9-D256-5E01-5CD5-4DF9DF06E820}"/>
              </a:ext>
            </a:extLst>
          </p:cNvPr>
          <p:cNvPicPr>
            <a:picLocks noChangeAspect="1"/>
          </p:cNvPicPr>
          <p:nvPr/>
        </p:nvPicPr>
        <p:blipFill>
          <a:blip r:embed="rId6"/>
          <a:stretch>
            <a:fillRect/>
          </a:stretch>
        </p:blipFill>
        <p:spPr>
          <a:xfrm>
            <a:off x="9349531" y="5253968"/>
            <a:ext cx="5420569" cy="3242850"/>
          </a:xfrm>
          <a:prstGeom prst="rect">
            <a:avLst/>
          </a:prstGeom>
        </p:spPr>
      </p:pic>
      <p:sp>
        <p:nvSpPr>
          <p:cNvPr id="7" name="Rectángulo: esquinas redondeadas 6">
            <a:extLst>
              <a:ext uri="{FF2B5EF4-FFF2-40B4-BE49-F238E27FC236}">
                <a16:creationId xmlns:a16="http://schemas.microsoft.com/office/drawing/2014/main" id="{BA55CDC6-6247-449B-9223-A4B5BB601ED6}"/>
              </a:ext>
            </a:extLst>
          </p:cNvPr>
          <p:cNvSpPr/>
          <p:nvPr/>
        </p:nvSpPr>
        <p:spPr>
          <a:xfrm>
            <a:off x="2230434" y="2568462"/>
            <a:ext cx="3897844" cy="57120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PE" noProof="0" dirty="0"/>
              <a:t>OBJETIVO ESPECIFICO</a:t>
            </a:r>
          </a:p>
        </p:txBody>
      </p:sp>
    </p:spTree>
    <p:extLst>
      <p:ext uri="{BB962C8B-B14F-4D97-AF65-F5344CB8AC3E}">
        <p14:creationId xmlns:p14="http://schemas.microsoft.com/office/powerpoint/2010/main" val="2460943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B58852CE-848A-B512-6C17-B109033ED78E}"/>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73037220-60B3-814E-0A78-2904E3F65D02}"/>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41BB4129-BCF3-0D5D-56F6-9203D902A683}"/>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REQUERIMIENTOS DEL SISTEMA</a:t>
            </a:r>
          </a:p>
        </p:txBody>
      </p:sp>
      <p:sp>
        <p:nvSpPr>
          <p:cNvPr id="22" name="Rectángulo 21">
            <a:extLst>
              <a:ext uri="{FF2B5EF4-FFF2-40B4-BE49-F238E27FC236}">
                <a16:creationId xmlns:a16="http://schemas.microsoft.com/office/drawing/2014/main" id="{225A0A1A-3DE3-2B49-1065-69456025BB23}"/>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PE" sz="23900" noProof="0" dirty="0">
                <a:ln w="0"/>
                <a:solidFill>
                  <a:prstClr val="black"/>
                </a:solidFill>
                <a:latin typeface="Sharp Grotesk Bold 15" panose="00000806000000000000" pitchFamily="50" charset="0"/>
              </a:rPr>
              <a:t>4</a:t>
            </a:r>
            <a:endPar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pic>
        <p:nvPicPr>
          <p:cNvPr id="12" name="Imagen 11">
            <a:extLst>
              <a:ext uri="{FF2B5EF4-FFF2-40B4-BE49-F238E27FC236}">
                <a16:creationId xmlns:a16="http://schemas.microsoft.com/office/drawing/2014/main" id="{C2B5FB34-563B-6348-BB1C-278B3C2E6D24}"/>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930968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598E29E4-3BF8-2915-E04D-01D351FC09F3}"/>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23BC0BCA-12E9-2D7F-4258-695B0E07BB87}"/>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D4D983CE-5C61-016A-A50E-E9A3F01BD65F}"/>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4.2</a:t>
            </a:r>
          </a:p>
        </p:txBody>
      </p:sp>
      <p:pic>
        <p:nvPicPr>
          <p:cNvPr id="12" name="Imagen 11">
            <a:extLst>
              <a:ext uri="{FF2B5EF4-FFF2-40B4-BE49-F238E27FC236}">
                <a16:creationId xmlns:a16="http://schemas.microsoft.com/office/drawing/2014/main" id="{17874D13-BF43-A2BB-FE6F-59825A7A2F07}"/>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1E58AE9E-3B10-5DAD-5205-8AD8B44C80F1}"/>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Requerimientos del sistema – Funcionales</a:t>
            </a:r>
            <a:endParaRPr lang="es-PE" sz="3600" b="0" cap="none" spc="0" noProof="0" dirty="0">
              <a:ln w="0"/>
              <a:solidFill>
                <a:schemeClr val="tx1"/>
              </a:solidFill>
              <a:latin typeface="Sharp Grotesk Bold 15" panose="00000806000000000000" pitchFamily="50" charset="0"/>
            </a:endParaRPr>
          </a:p>
        </p:txBody>
      </p:sp>
      <p:sp>
        <p:nvSpPr>
          <p:cNvPr id="5" name="Rectángulo 4">
            <a:extLst>
              <a:ext uri="{FF2B5EF4-FFF2-40B4-BE49-F238E27FC236}">
                <a16:creationId xmlns:a16="http://schemas.microsoft.com/office/drawing/2014/main" id="{AB10096F-B34D-8BE8-AE38-7DC2DFD85D86}"/>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8C13D6AF-70E4-F531-A83F-E68AB97A190A}"/>
              </a:ext>
            </a:extLst>
          </p:cNvPr>
          <p:cNvSpPr txBox="1"/>
          <p:nvPr/>
        </p:nvSpPr>
        <p:spPr>
          <a:xfrm>
            <a:off x="454123" y="2297390"/>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Requerimiento Funcionales:</a:t>
            </a:r>
          </a:p>
        </p:txBody>
      </p:sp>
      <p:pic>
        <p:nvPicPr>
          <p:cNvPr id="3" name="Imagen 2" descr="El sistema de gestión introducción - YouTube">
            <a:extLst>
              <a:ext uri="{FF2B5EF4-FFF2-40B4-BE49-F238E27FC236}">
                <a16:creationId xmlns:a16="http://schemas.microsoft.com/office/drawing/2014/main" id="{9693D6AF-1D0B-77C1-0003-0221873E11CF}"/>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18" name="Imagen 17" descr="Requerimientos Funcionales y No Funcionales">
            <a:extLst>
              <a:ext uri="{FF2B5EF4-FFF2-40B4-BE49-F238E27FC236}">
                <a16:creationId xmlns:a16="http://schemas.microsoft.com/office/drawing/2014/main" id="{D94A8CC4-D2DB-D46A-BFC8-270E7EC00843}"/>
              </a:ext>
            </a:extLst>
          </p:cNvPr>
          <p:cNvPicPr>
            <a:picLocks noChangeAspect="1"/>
          </p:cNvPicPr>
          <p:nvPr/>
        </p:nvPicPr>
        <p:blipFill>
          <a:blip r:embed="rId6"/>
          <a:srcRect l="7554" r="8767"/>
          <a:stretch>
            <a:fillRect/>
          </a:stretch>
        </p:blipFill>
        <p:spPr>
          <a:xfrm>
            <a:off x="9349531" y="5248204"/>
            <a:ext cx="5420569" cy="3645504"/>
          </a:xfrm>
          <a:prstGeom prst="rect">
            <a:avLst/>
          </a:prstGeom>
        </p:spPr>
      </p:pic>
      <p:pic>
        <p:nvPicPr>
          <p:cNvPr id="7" name="Imagen 6">
            <a:extLst>
              <a:ext uri="{FF2B5EF4-FFF2-40B4-BE49-F238E27FC236}">
                <a16:creationId xmlns:a16="http://schemas.microsoft.com/office/drawing/2014/main" id="{7E689377-BCDF-442A-BC02-51F3B03A5A39}"/>
              </a:ext>
            </a:extLst>
          </p:cNvPr>
          <p:cNvPicPr>
            <a:picLocks noChangeAspect="1"/>
          </p:cNvPicPr>
          <p:nvPr/>
        </p:nvPicPr>
        <p:blipFill>
          <a:blip r:embed="rId7"/>
          <a:stretch>
            <a:fillRect/>
          </a:stretch>
        </p:blipFill>
        <p:spPr>
          <a:xfrm>
            <a:off x="711200" y="2965944"/>
            <a:ext cx="6674227" cy="5798764"/>
          </a:xfrm>
          <a:prstGeom prst="rect">
            <a:avLst/>
          </a:prstGeom>
        </p:spPr>
      </p:pic>
    </p:spTree>
    <p:extLst>
      <p:ext uri="{BB962C8B-B14F-4D97-AF65-F5344CB8AC3E}">
        <p14:creationId xmlns:p14="http://schemas.microsoft.com/office/powerpoint/2010/main" val="465531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86B2D019-5828-72C1-F7CC-15E55069EE35}"/>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0237BB23-03D2-5C5F-594F-E22FC1A0AEE9}"/>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603212DD-BC75-7BF1-DFA6-F5BDE2D4F84D}"/>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4.2</a:t>
            </a:r>
          </a:p>
        </p:txBody>
      </p:sp>
      <p:pic>
        <p:nvPicPr>
          <p:cNvPr id="12" name="Imagen 11">
            <a:extLst>
              <a:ext uri="{FF2B5EF4-FFF2-40B4-BE49-F238E27FC236}">
                <a16:creationId xmlns:a16="http://schemas.microsoft.com/office/drawing/2014/main" id="{C0B14AE9-306A-59CF-CE53-8D7033FB4A0B}"/>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F28AC199-BF23-20A4-DE58-06B6F741B899}"/>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Requerimientos del sistema – Funcionales</a:t>
            </a:r>
            <a:endParaRPr lang="es-PE" sz="3600" b="0" cap="none" spc="0" noProof="0" dirty="0">
              <a:ln w="0"/>
              <a:solidFill>
                <a:schemeClr val="tx1"/>
              </a:solidFill>
              <a:latin typeface="Sharp Grotesk Bold 15" panose="00000806000000000000" pitchFamily="50" charset="0"/>
            </a:endParaRPr>
          </a:p>
        </p:txBody>
      </p:sp>
      <p:sp>
        <p:nvSpPr>
          <p:cNvPr id="5" name="Rectángulo 4">
            <a:extLst>
              <a:ext uri="{FF2B5EF4-FFF2-40B4-BE49-F238E27FC236}">
                <a16:creationId xmlns:a16="http://schemas.microsoft.com/office/drawing/2014/main" id="{E3CD5499-5C92-5BA5-8CED-430C6A54F414}"/>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5A85E8C0-A1B6-3719-5D3D-ECD73AE6B1FB}"/>
              </a:ext>
            </a:extLst>
          </p:cNvPr>
          <p:cNvSpPr txBox="1"/>
          <p:nvPr/>
        </p:nvSpPr>
        <p:spPr>
          <a:xfrm>
            <a:off x="454123" y="2297390"/>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Requerimiento Funcionales:</a:t>
            </a:r>
          </a:p>
        </p:txBody>
      </p:sp>
      <p:pic>
        <p:nvPicPr>
          <p:cNvPr id="3" name="Imagen 2" descr="El sistema de gestión introducción - YouTube">
            <a:extLst>
              <a:ext uri="{FF2B5EF4-FFF2-40B4-BE49-F238E27FC236}">
                <a16:creationId xmlns:a16="http://schemas.microsoft.com/office/drawing/2014/main" id="{EF321DA5-C8B0-A50F-4D3F-C446E1C9DAB9}"/>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18" name="Imagen 17" descr="Requerimientos Funcionales y No Funcionales">
            <a:extLst>
              <a:ext uri="{FF2B5EF4-FFF2-40B4-BE49-F238E27FC236}">
                <a16:creationId xmlns:a16="http://schemas.microsoft.com/office/drawing/2014/main" id="{52F38B78-4C69-901B-EB41-27E8ECEEB377}"/>
              </a:ext>
            </a:extLst>
          </p:cNvPr>
          <p:cNvPicPr>
            <a:picLocks noChangeAspect="1"/>
          </p:cNvPicPr>
          <p:nvPr/>
        </p:nvPicPr>
        <p:blipFill>
          <a:blip r:embed="rId6"/>
          <a:srcRect l="7554" r="8767"/>
          <a:stretch>
            <a:fillRect/>
          </a:stretch>
        </p:blipFill>
        <p:spPr>
          <a:xfrm>
            <a:off x="9349531" y="5248204"/>
            <a:ext cx="5420569" cy="3645504"/>
          </a:xfrm>
          <a:prstGeom prst="rect">
            <a:avLst/>
          </a:prstGeom>
        </p:spPr>
      </p:pic>
      <p:pic>
        <p:nvPicPr>
          <p:cNvPr id="7" name="Imagen 6">
            <a:extLst>
              <a:ext uri="{FF2B5EF4-FFF2-40B4-BE49-F238E27FC236}">
                <a16:creationId xmlns:a16="http://schemas.microsoft.com/office/drawing/2014/main" id="{A931B6CB-83DF-50B5-8F22-F80A710ED59B}"/>
              </a:ext>
            </a:extLst>
          </p:cNvPr>
          <p:cNvPicPr>
            <a:picLocks noChangeAspect="1"/>
          </p:cNvPicPr>
          <p:nvPr/>
        </p:nvPicPr>
        <p:blipFill>
          <a:blip r:embed="rId7"/>
          <a:stretch>
            <a:fillRect/>
          </a:stretch>
        </p:blipFill>
        <p:spPr>
          <a:xfrm>
            <a:off x="690830" y="2965943"/>
            <a:ext cx="6981350" cy="6044587"/>
          </a:xfrm>
          <a:prstGeom prst="rect">
            <a:avLst/>
          </a:prstGeom>
        </p:spPr>
      </p:pic>
    </p:spTree>
    <p:extLst>
      <p:ext uri="{BB962C8B-B14F-4D97-AF65-F5344CB8AC3E}">
        <p14:creationId xmlns:p14="http://schemas.microsoft.com/office/powerpoint/2010/main" val="407745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C6B6B580-49C8-DB3B-868A-7ED7AE844470}"/>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4C1CA423-1EB5-A6B5-A19A-62EB24E8CD4C}"/>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E1626236-CAA7-7BA1-986F-2B88A420564B}"/>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4.2</a:t>
            </a:r>
          </a:p>
        </p:txBody>
      </p:sp>
      <p:pic>
        <p:nvPicPr>
          <p:cNvPr id="12" name="Imagen 11">
            <a:extLst>
              <a:ext uri="{FF2B5EF4-FFF2-40B4-BE49-F238E27FC236}">
                <a16:creationId xmlns:a16="http://schemas.microsoft.com/office/drawing/2014/main" id="{FA2EF8A5-3E98-95BA-286C-13AC05C4E3E1}"/>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A20BD5B4-E3E5-99A8-484A-FB28B4BF41B9}"/>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Requerimientos del sistema – Funcionales</a:t>
            </a:r>
            <a:endParaRPr lang="es-PE" sz="3600" b="0" cap="none" spc="0" noProof="0" dirty="0">
              <a:ln w="0"/>
              <a:solidFill>
                <a:schemeClr val="tx1"/>
              </a:solidFill>
              <a:latin typeface="Sharp Grotesk Bold 15" panose="00000806000000000000" pitchFamily="50" charset="0"/>
            </a:endParaRPr>
          </a:p>
        </p:txBody>
      </p:sp>
      <p:sp>
        <p:nvSpPr>
          <p:cNvPr id="5" name="Rectángulo 4">
            <a:extLst>
              <a:ext uri="{FF2B5EF4-FFF2-40B4-BE49-F238E27FC236}">
                <a16:creationId xmlns:a16="http://schemas.microsoft.com/office/drawing/2014/main" id="{5C801ADD-46E3-D4A9-E9F0-D0544151BAEC}"/>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6077F581-163E-1166-F2D0-7696B20BF93B}"/>
              </a:ext>
            </a:extLst>
          </p:cNvPr>
          <p:cNvSpPr txBox="1"/>
          <p:nvPr/>
        </p:nvSpPr>
        <p:spPr>
          <a:xfrm>
            <a:off x="454123" y="2297390"/>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Requerimiento Funcionales:</a:t>
            </a:r>
          </a:p>
        </p:txBody>
      </p:sp>
      <p:pic>
        <p:nvPicPr>
          <p:cNvPr id="3" name="Imagen 2" descr="El sistema de gestión introducción - YouTube">
            <a:extLst>
              <a:ext uri="{FF2B5EF4-FFF2-40B4-BE49-F238E27FC236}">
                <a16:creationId xmlns:a16="http://schemas.microsoft.com/office/drawing/2014/main" id="{8416C291-B90E-85C1-4A0B-63E10B273D84}"/>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18" name="Imagen 17" descr="Requerimientos Funcionales y No Funcionales">
            <a:extLst>
              <a:ext uri="{FF2B5EF4-FFF2-40B4-BE49-F238E27FC236}">
                <a16:creationId xmlns:a16="http://schemas.microsoft.com/office/drawing/2014/main" id="{36ACD486-9201-3834-227E-59385D2F4A6B}"/>
              </a:ext>
            </a:extLst>
          </p:cNvPr>
          <p:cNvPicPr>
            <a:picLocks noChangeAspect="1"/>
          </p:cNvPicPr>
          <p:nvPr/>
        </p:nvPicPr>
        <p:blipFill>
          <a:blip r:embed="rId6"/>
          <a:srcRect l="7554" r="8767"/>
          <a:stretch>
            <a:fillRect/>
          </a:stretch>
        </p:blipFill>
        <p:spPr>
          <a:xfrm>
            <a:off x="9349531" y="5248204"/>
            <a:ext cx="5420569" cy="3645504"/>
          </a:xfrm>
          <a:prstGeom prst="rect">
            <a:avLst/>
          </a:prstGeom>
        </p:spPr>
      </p:pic>
      <p:pic>
        <p:nvPicPr>
          <p:cNvPr id="7" name="Imagen 6">
            <a:extLst>
              <a:ext uri="{FF2B5EF4-FFF2-40B4-BE49-F238E27FC236}">
                <a16:creationId xmlns:a16="http://schemas.microsoft.com/office/drawing/2014/main" id="{AF1C72B1-73ED-9E8C-452C-548E50E46D0F}"/>
              </a:ext>
            </a:extLst>
          </p:cNvPr>
          <p:cNvPicPr>
            <a:picLocks noChangeAspect="1"/>
          </p:cNvPicPr>
          <p:nvPr/>
        </p:nvPicPr>
        <p:blipFill>
          <a:blip r:embed="rId7"/>
          <a:stretch>
            <a:fillRect/>
          </a:stretch>
        </p:blipFill>
        <p:spPr>
          <a:xfrm>
            <a:off x="454123" y="3458944"/>
            <a:ext cx="7204600" cy="3322855"/>
          </a:xfrm>
          <a:prstGeom prst="rect">
            <a:avLst/>
          </a:prstGeom>
        </p:spPr>
      </p:pic>
    </p:spTree>
    <p:extLst>
      <p:ext uri="{BB962C8B-B14F-4D97-AF65-F5344CB8AC3E}">
        <p14:creationId xmlns:p14="http://schemas.microsoft.com/office/powerpoint/2010/main" val="4070716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4F9CC152-6426-6FAC-97C2-9BC8E0840D33}"/>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35003946-206E-9976-B66A-EEF65AFCF4CC}"/>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BE64D6F2-26EB-29D5-1F4D-F8C1908AC45E}"/>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4.1</a:t>
            </a:r>
          </a:p>
        </p:txBody>
      </p:sp>
      <p:pic>
        <p:nvPicPr>
          <p:cNvPr id="12" name="Imagen 11">
            <a:extLst>
              <a:ext uri="{FF2B5EF4-FFF2-40B4-BE49-F238E27FC236}">
                <a16:creationId xmlns:a16="http://schemas.microsoft.com/office/drawing/2014/main" id="{9AE1239C-C517-E6C3-CA52-407742A6A071}"/>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6046044A-6EB2-6513-0FF0-2129F8BD8277}"/>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Requerimientos del sistema - Funcionales</a:t>
            </a:r>
            <a:endParaRPr lang="es-PE" sz="3600" b="0" cap="none" spc="0" noProof="0" dirty="0">
              <a:ln w="0"/>
              <a:solidFill>
                <a:schemeClr val="tx1"/>
              </a:solidFill>
              <a:latin typeface="Sharp Grotesk Bold 15" panose="00000806000000000000" pitchFamily="50" charset="0"/>
            </a:endParaRPr>
          </a:p>
        </p:txBody>
      </p:sp>
      <p:sp>
        <p:nvSpPr>
          <p:cNvPr id="5" name="Rectángulo 4">
            <a:extLst>
              <a:ext uri="{FF2B5EF4-FFF2-40B4-BE49-F238E27FC236}">
                <a16:creationId xmlns:a16="http://schemas.microsoft.com/office/drawing/2014/main" id="{62A3D5B5-AAE7-BC52-0231-3B4EAF4BD740}"/>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B447BB52-FF86-9074-4BF4-E7E578566B6E}"/>
              </a:ext>
            </a:extLst>
          </p:cNvPr>
          <p:cNvSpPr txBox="1"/>
          <p:nvPr/>
        </p:nvSpPr>
        <p:spPr>
          <a:xfrm>
            <a:off x="454123" y="2297390"/>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Requerimiento No Funcionales: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t>
            </a:r>
          </a:p>
        </p:txBody>
      </p:sp>
      <p:pic>
        <p:nvPicPr>
          <p:cNvPr id="3" name="Imagen 2" descr="El sistema de gestión introducción - YouTube">
            <a:extLst>
              <a:ext uri="{FF2B5EF4-FFF2-40B4-BE49-F238E27FC236}">
                <a16:creationId xmlns:a16="http://schemas.microsoft.com/office/drawing/2014/main" id="{7C9DAA9D-6927-F922-BF3F-58F22B9EF595}"/>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10" name="Imagen 9" descr="Requerimientos Funcionales y No Funcionales">
            <a:extLst>
              <a:ext uri="{FF2B5EF4-FFF2-40B4-BE49-F238E27FC236}">
                <a16:creationId xmlns:a16="http://schemas.microsoft.com/office/drawing/2014/main" id="{E4038635-62EB-866A-2586-EFD0BBA6E694}"/>
              </a:ext>
            </a:extLst>
          </p:cNvPr>
          <p:cNvPicPr>
            <a:picLocks noChangeAspect="1"/>
          </p:cNvPicPr>
          <p:nvPr/>
        </p:nvPicPr>
        <p:blipFill>
          <a:blip r:embed="rId6"/>
          <a:srcRect l="7554" r="8767"/>
          <a:stretch>
            <a:fillRect/>
          </a:stretch>
        </p:blipFill>
        <p:spPr>
          <a:xfrm>
            <a:off x="9349531" y="5248204"/>
            <a:ext cx="5420569" cy="3645504"/>
          </a:xfrm>
          <a:prstGeom prst="rect">
            <a:avLst/>
          </a:prstGeom>
        </p:spPr>
      </p:pic>
      <p:pic>
        <p:nvPicPr>
          <p:cNvPr id="14" name="Imagen 13">
            <a:extLst>
              <a:ext uri="{FF2B5EF4-FFF2-40B4-BE49-F238E27FC236}">
                <a16:creationId xmlns:a16="http://schemas.microsoft.com/office/drawing/2014/main" id="{F8D12E8F-C490-753C-791F-1CAA3A9EB418}"/>
              </a:ext>
            </a:extLst>
          </p:cNvPr>
          <p:cNvPicPr>
            <a:picLocks noChangeAspect="1"/>
          </p:cNvPicPr>
          <p:nvPr/>
        </p:nvPicPr>
        <p:blipFill>
          <a:blip r:embed="rId7"/>
          <a:stretch>
            <a:fillRect/>
          </a:stretch>
        </p:blipFill>
        <p:spPr>
          <a:xfrm>
            <a:off x="454123" y="3501864"/>
            <a:ext cx="7488338" cy="3852746"/>
          </a:xfrm>
          <a:prstGeom prst="rect">
            <a:avLst/>
          </a:prstGeom>
        </p:spPr>
      </p:pic>
    </p:spTree>
    <p:extLst>
      <p:ext uri="{BB962C8B-B14F-4D97-AF65-F5344CB8AC3E}">
        <p14:creationId xmlns:p14="http://schemas.microsoft.com/office/powerpoint/2010/main" val="3497651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5DF297BF-EC21-AB8B-C2BD-C066168CAF73}"/>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E1BE0771-BB24-470A-7E66-097B1B1DA842}"/>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2098DF69-D2C2-A484-26E6-FD821548FD08}"/>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HISTORIA DE USUARIO</a:t>
            </a:r>
          </a:p>
        </p:txBody>
      </p:sp>
      <p:sp>
        <p:nvSpPr>
          <p:cNvPr id="22" name="Rectángulo 21">
            <a:extLst>
              <a:ext uri="{FF2B5EF4-FFF2-40B4-BE49-F238E27FC236}">
                <a16:creationId xmlns:a16="http://schemas.microsoft.com/office/drawing/2014/main" id="{15920FFA-201A-4616-58DD-2085BE7903F5}"/>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5</a:t>
            </a:r>
          </a:p>
        </p:txBody>
      </p:sp>
      <p:pic>
        <p:nvPicPr>
          <p:cNvPr id="12" name="Imagen 11">
            <a:extLst>
              <a:ext uri="{FF2B5EF4-FFF2-40B4-BE49-F238E27FC236}">
                <a16:creationId xmlns:a16="http://schemas.microsoft.com/office/drawing/2014/main" id="{95A5A91D-E63F-BF6D-41E0-E15406864E31}"/>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292854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814D390B-9667-330C-C6BF-977D29BCFE62}"/>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F3972EB4-B908-1DEB-7F2A-9E761392ACA4}"/>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D5DCF2B7-0F75-52F9-DA9A-46B1B6630490}"/>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4.1</a:t>
            </a:r>
          </a:p>
        </p:txBody>
      </p:sp>
      <p:pic>
        <p:nvPicPr>
          <p:cNvPr id="12" name="Imagen 11">
            <a:extLst>
              <a:ext uri="{FF2B5EF4-FFF2-40B4-BE49-F238E27FC236}">
                <a16:creationId xmlns:a16="http://schemas.microsoft.com/office/drawing/2014/main" id="{FD283956-6D49-A9F2-5F56-7D138AD45888}"/>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7BBCB7B5-DF4A-8286-8A73-9ADEF86BB3C0}"/>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Historia de usuario</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B3A7B5C7-176D-ABF6-F37C-82F215848107}"/>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C2A2BB9B-F385-A403-7344-A5BAE0144C69}"/>
              </a:ext>
            </a:extLst>
          </p:cNvPr>
          <p:cNvSpPr txBox="1"/>
          <p:nvPr/>
        </p:nvSpPr>
        <p:spPr>
          <a:xfrm>
            <a:off x="454123" y="1999075"/>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Historias de usuario con criterios de aceptación</a:t>
            </a:r>
          </a:p>
        </p:txBody>
      </p:sp>
      <p:pic>
        <p:nvPicPr>
          <p:cNvPr id="3" name="Imagen 2" descr="El sistema de gestión introducción - YouTube">
            <a:extLst>
              <a:ext uri="{FF2B5EF4-FFF2-40B4-BE49-F238E27FC236}">
                <a16:creationId xmlns:a16="http://schemas.microsoft.com/office/drawing/2014/main" id="{2B9D0F5A-935B-6E9C-4B79-F37937AD017E}"/>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15" name="Imagen 14" descr="Historias de Usuario para Biblioteca | PDF | Informática ...">
            <a:extLst>
              <a:ext uri="{FF2B5EF4-FFF2-40B4-BE49-F238E27FC236}">
                <a16:creationId xmlns:a16="http://schemas.microsoft.com/office/drawing/2014/main" id="{F6B340C3-A31B-3EF9-23E6-7C7E6CC7D019}"/>
              </a:ext>
            </a:extLst>
          </p:cNvPr>
          <p:cNvPicPr>
            <a:picLocks noChangeAspect="1"/>
          </p:cNvPicPr>
          <p:nvPr/>
        </p:nvPicPr>
        <p:blipFill>
          <a:blip r:embed="rId6"/>
          <a:srcRect r="56138" b="66150"/>
          <a:stretch>
            <a:fillRect/>
          </a:stretch>
        </p:blipFill>
        <p:spPr>
          <a:xfrm>
            <a:off x="9335927" y="5224114"/>
            <a:ext cx="2919573" cy="3341696"/>
          </a:xfrm>
          <a:prstGeom prst="rect">
            <a:avLst/>
          </a:prstGeom>
        </p:spPr>
      </p:pic>
      <p:pic>
        <p:nvPicPr>
          <p:cNvPr id="17" name="Imagen 16" descr="Historias de Usuario para Biblioteca | PDF | Informática ...">
            <a:extLst>
              <a:ext uri="{FF2B5EF4-FFF2-40B4-BE49-F238E27FC236}">
                <a16:creationId xmlns:a16="http://schemas.microsoft.com/office/drawing/2014/main" id="{0E088F06-DD5E-541A-DB0D-709AF79CD2AB}"/>
              </a:ext>
            </a:extLst>
          </p:cNvPr>
          <p:cNvPicPr>
            <a:picLocks noChangeAspect="1"/>
          </p:cNvPicPr>
          <p:nvPr/>
        </p:nvPicPr>
        <p:blipFill>
          <a:blip r:embed="rId6"/>
          <a:srcRect l="69297" t="17252" r="375" b="61319"/>
          <a:stretch>
            <a:fillRect/>
          </a:stretch>
        </p:blipFill>
        <p:spPr>
          <a:xfrm>
            <a:off x="12255500" y="5248204"/>
            <a:ext cx="2498595" cy="3317606"/>
          </a:xfrm>
          <a:prstGeom prst="rect">
            <a:avLst/>
          </a:prstGeom>
        </p:spPr>
      </p:pic>
      <p:pic>
        <p:nvPicPr>
          <p:cNvPr id="21" name="Imagen 20">
            <a:extLst>
              <a:ext uri="{FF2B5EF4-FFF2-40B4-BE49-F238E27FC236}">
                <a16:creationId xmlns:a16="http://schemas.microsoft.com/office/drawing/2014/main" id="{01B8CA41-9C7A-BDE9-7788-8AA0FDEBA9F3}"/>
              </a:ext>
            </a:extLst>
          </p:cNvPr>
          <p:cNvPicPr>
            <a:picLocks noChangeAspect="1"/>
          </p:cNvPicPr>
          <p:nvPr/>
        </p:nvPicPr>
        <p:blipFill>
          <a:blip r:embed="rId7"/>
          <a:stretch>
            <a:fillRect/>
          </a:stretch>
        </p:blipFill>
        <p:spPr>
          <a:xfrm>
            <a:off x="220005" y="2633696"/>
            <a:ext cx="7918703" cy="6390639"/>
          </a:xfrm>
          <a:prstGeom prst="rect">
            <a:avLst/>
          </a:prstGeom>
        </p:spPr>
      </p:pic>
    </p:spTree>
    <p:extLst>
      <p:ext uri="{BB962C8B-B14F-4D97-AF65-F5344CB8AC3E}">
        <p14:creationId xmlns:p14="http://schemas.microsoft.com/office/powerpoint/2010/main" val="3895731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AFE14638-39E9-AA72-7B04-C98672115B68}"/>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CAC459D0-23F5-9160-0F22-D9E4DC80E60A}"/>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2AEAD3FF-B3AD-F833-8E17-29C18AD6C44D}"/>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4.1</a:t>
            </a:r>
          </a:p>
        </p:txBody>
      </p:sp>
      <p:pic>
        <p:nvPicPr>
          <p:cNvPr id="12" name="Imagen 11">
            <a:extLst>
              <a:ext uri="{FF2B5EF4-FFF2-40B4-BE49-F238E27FC236}">
                <a16:creationId xmlns:a16="http://schemas.microsoft.com/office/drawing/2014/main" id="{84A3EAD6-651C-4148-8CAB-F96A0426548E}"/>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73747F24-342C-ED06-CAC3-FA13A44C4BF4}"/>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Historia de usuario</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C2295843-AB34-653D-DEB1-B89AB64C0D84}"/>
              </a:ext>
            </a:extLst>
          </p:cNvPr>
          <p:cNvSpPr/>
          <p:nvPr/>
        </p:nvSpPr>
        <p:spPr>
          <a:xfrm>
            <a:off x="-11136" y="1814790"/>
            <a:ext cx="15276536"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58A610F8-32F3-C981-2AF8-21FDAC9008AA}"/>
              </a:ext>
            </a:extLst>
          </p:cNvPr>
          <p:cNvSpPr txBox="1"/>
          <p:nvPr/>
        </p:nvSpPr>
        <p:spPr>
          <a:xfrm>
            <a:off x="454123" y="1983653"/>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Historias de usuario con criterios de aceptación</a:t>
            </a:r>
          </a:p>
        </p:txBody>
      </p:sp>
      <p:pic>
        <p:nvPicPr>
          <p:cNvPr id="3" name="Imagen 2" descr="El sistema de gestión introducción - YouTube">
            <a:extLst>
              <a:ext uri="{FF2B5EF4-FFF2-40B4-BE49-F238E27FC236}">
                <a16:creationId xmlns:a16="http://schemas.microsoft.com/office/drawing/2014/main" id="{96CF1F91-8F8D-A3F8-7BE1-9ED1C9792948}"/>
              </a:ext>
            </a:extLst>
          </p:cNvPr>
          <p:cNvPicPr>
            <a:picLocks noChangeAspect="1"/>
          </p:cNvPicPr>
          <p:nvPr/>
        </p:nvPicPr>
        <p:blipFill>
          <a:blip r:embed="rId5"/>
          <a:srcRect l="13599" t="3092" r="-54" b="5462"/>
          <a:stretch>
            <a:fillRect/>
          </a:stretch>
        </p:blipFill>
        <p:spPr>
          <a:xfrm>
            <a:off x="13213436" y="1590978"/>
            <a:ext cx="2613841" cy="1611392"/>
          </a:xfrm>
          <a:prstGeom prst="rect">
            <a:avLst/>
          </a:prstGeom>
        </p:spPr>
      </p:pic>
      <p:pic>
        <p:nvPicPr>
          <p:cNvPr id="15" name="Imagen 14" descr="Historias de Usuario para Biblioteca | PDF | Informática ...">
            <a:extLst>
              <a:ext uri="{FF2B5EF4-FFF2-40B4-BE49-F238E27FC236}">
                <a16:creationId xmlns:a16="http://schemas.microsoft.com/office/drawing/2014/main" id="{BB589B4C-C47E-EB0C-E36A-81918CF71AD4}"/>
              </a:ext>
            </a:extLst>
          </p:cNvPr>
          <p:cNvPicPr>
            <a:picLocks noChangeAspect="1"/>
          </p:cNvPicPr>
          <p:nvPr/>
        </p:nvPicPr>
        <p:blipFill>
          <a:blip r:embed="rId6"/>
          <a:srcRect l="4593" t="1609" r="56138" b="67645"/>
          <a:stretch>
            <a:fillRect/>
          </a:stretch>
        </p:blipFill>
        <p:spPr>
          <a:xfrm>
            <a:off x="13556336" y="5369974"/>
            <a:ext cx="1709064" cy="1984636"/>
          </a:xfrm>
          <a:prstGeom prst="rect">
            <a:avLst/>
          </a:prstGeom>
        </p:spPr>
      </p:pic>
      <p:pic>
        <p:nvPicPr>
          <p:cNvPr id="17" name="Imagen 16" descr="Historias de Usuario para Biblioteca | PDF | Informática ...">
            <a:extLst>
              <a:ext uri="{FF2B5EF4-FFF2-40B4-BE49-F238E27FC236}">
                <a16:creationId xmlns:a16="http://schemas.microsoft.com/office/drawing/2014/main" id="{1C478BE1-A93F-9A6D-32F9-EE556AECCFE1}"/>
              </a:ext>
            </a:extLst>
          </p:cNvPr>
          <p:cNvPicPr>
            <a:picLocks noChangeAspect="1"/>
          </p:cNvPicPr>
          <p:nvPr/>
        </p:nvPicPr>
        <p:blipFill>
          <a:blip r:embed="rId6"/>
          <a:srcRect l="70376" t="18708" r="4497" b="63143"/>
          <a:stretch>
            <a:fillRect/>
          </a:stretch>
        </p:blipFill>
        <p:spPr>
          <a:xfrm>
            <a:off x="13686968" y="3372700"/>
            <a:ext cx="1447800" cy="1965139"/>
          </a:xfrm>
          <a:prstGeom prst="rect">
            <a:avLst/>
          </a:prstGeom>
        </p:spPr>
      </p:pic>
      <p:pic>
        <p:nvPicPr>
          <p:cNvPr id="7" name="Imagen 6">
            <a:extLst>
              <a:ext uri="{FF2B5EF4-FFF2-40B4-BE49-F238E27FC236}">
                <a16:creationId xmlns:a16="http://schemas.microsoft.com/office/drawing/2014/main" id="{269D7700-4189-587B-B5FE-28991F6B99A6}"/>
              </a:ext>
            </a:extLst>
          </p:cNvPr>
          <p:cNvPicPr>
            <a:picLocks noChangeAspect="1"/>
          </p:cNvPicPr>
          <p:nvPr/>
        </p:nvPicPr>
        <p:blipFill>
          <a:blip r:embed="rId7"/>
          <a:stretch>
            <a:fillRect/>
          </a:stretch>
        </p:blipFill>
        <p:spPr>
          <a:xfrm>
            <a:off x="454123" y="2537420"/>
            <a:ext cx="13102213" cy="6556233"/>
          </a:xfrm>
          <a:prstGeom prst="rect">
            <a:avLst/>
          </a:prstGeom>
        </p:spPr>
      </p:pic>
    </p:spTree>
    <p:extLst>
      <p:ext uri="{BB962C8B-B14F-4D97-AF65-F5344CB8AC3E}">
        <p14:creationId xmlns:p14="http://schemas.microsoft.com/office/powerpoint/2010/main" val="3831148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EE6A0140-57D8-42A1-CF5C-7BDB07F5550C}"/>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54668873-8AF0-FAC1-5225-3F4DEE1FBDFE}"/>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34473FD1-8C42-353B-8E1C-A472271FF3C4}"/>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4.1</a:t>
            </a:r>
          </a:p>
        </p:txBody>
      </p:sp>
      <p:pic>
        <p:nvPicPr>
          <p:cNvPr id="12" name="Imagen 11">
            <a:extLst>
              <a:ext uri="{FF2B5EF4-FFF2-40B4-BE49-F238E27FC236}">
                <a16:creationId xmlns:a16="http://schemas.microsoft.com/office/drawing/2014/main" id="{30CE51F4-1786-17A7-A455-EA82514FC438}"/>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4468F542-5206-4A4F-3D54-98A2D80B5885}"/>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Historia de usuario</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E836B7ED-9BB2-6988-6CB1-1D0E79419651}"/>
              </a:ext>
            </a:extLst>
          </p:cNvPr>
          <p:cNvSpPr/>
          <p:nvPr/>
        </p:nvSpPr>
        <p:spPr>
          <a:xfrm>
            <a:off x="-11136" y="1814790"/>
            <a:ext cx="15276536"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3E027DAD-43E7-C770-491C-970E8B080331}"/>
              </a:ext>
            </a:extLst>
          </p:cNvPr>
          <p:cNvSpPr txBox="1"/>
          <p:nvPr/>
        </p:nvSpPr>
        <p:spPr>
          <a:xfrm>
            <a:off x="454123" y="1983653"/>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Historias de usuario con criterios de aceptación</a:t>
            </a:r>
          </a:p>
        </p:txBody>
      </p:sp>
      <p:pic>
        <p:nvPicPr>
          <p:cNvPr id="3" name="Imagen 2" descr="El sistema de gestión introducción - YouTube">
            <a:extLst>
              <a:ext uri="{FF2B5EF4-FFF2-40B4-BE49-F238E27FC236}">
                <a16:creationId xmlns:a16="http://schemas.microsoft.com/office/drawing/2014/main" id="{90764B87-0A7D-0C5A-2622-9A2DB1649091}"/>
              </a:ext>
            </a:extLst>
          </p:cNvPr>
          <p:cNvPicPr>
            <a:picLocks noChangeAspect="1"/>
          </p:cNvPicPr>
          <p:nvPr/>
        </p:nvPicPr>
        <p:blipFill>
          <a:blip r:embed="rId5"/>
          <a:srcRect l="13599" t="3092" r="-54" b="5462"/>
          <a:stretch>
            <a:fillRect/>
          </a:stretch>
        </p:blipFill>
        <p:spPr>
          <a:xfrm>
            <a:off x="13213436" y="1590978"/>
            <a:ext cx="2613841" cy="1611392"/>
          </a:xfrm>
          <a:prstGeom prst="rect">
            <a:avLst/>
          </a:prstGeom>
        </p:spPr>
      </p:pic>
      <p:pic>
        <p:nvPicPr>
          <p:cNvPr id="15" name="Imagen 14" descr="Historias de Usuario para Biblioteca | PDF | Informática ...">
            <a:extLst>
              <a:ext uri="{FF2B5EF4-FFF2-40B4-BE49-F238E27FC236}">
                <a16:creationId xmlns:a16="http://schemas.microsoft.com/office/drawing/2014/main" id="{374F0B45-58C7-B7CC-6CEC-34A3BC6945F6}"/>
              </a:ext>
            </a:extLst>
          </p:cNvPr>
          <p:cNvPicPr>
            <a:picLocks noChangeAspect="1"/>
          </p:cNvPicPr>
          <p:nvPr/>
        </p:nvPicPr>
        <p:blipFill>
          <a:blip r:embed="rId6"/>
          <a:srcRect l="4593" t="1609" r="56138" b="67645"/>
          <a:stretch>
            <a:fillRect/>
          </a:stretch>
        </p:blipFill>
        <p:spPr>
          <a:xfrm>
            <a:off x="13556336" y="5369974"/>
            <a:ext cx="1709064" cy="1984636"/>
          </a:xfrm>
          <a:prstGeom prst="rect">
            <a:avLst/>
          </a:prstGeom>
        </p:spPr>
      </p:pic>
      <p:pic>
        <p:nvPicPr>
          <p:cNvPr id="17" name="Imagen 16" descr="Historias de Usuario para Biblioteca | PDF | Informática ...">
            <a:extLst>
              <a:ext uri="{FF2B5EF4-FFF2-40B4-BE49-F238E27FC236}">
                <a16:creationId xmlns:a16="http://schemas.microsoft.com/office/drawing/2014/main" id="{2C49F14A-7F3B-B8BC-E5DA-44DE80F310BC}"/>
              </a:ext>
            </a:extLst>
          </p:cNvPr>
          <p:cNvPicPr>
            <a:picLocks noChangeAspect="1"/>
          </p:cNvPicPr>
          <p:nvPr/>
        </p:nvPicPr>
        <p:blipFill>
          <a:blip r:embed="rId6"/>
          <a:srcRect l="70376" t="18708" r="4497" b="63143"/>
          <a:stretch>
            <a:fillRect/>
          </a:stretch>
        </p:blipFill>
        <p:spPr>
          <a:xfrm>
            <a:off x="13686968" y="3372700"/>
            <a:ext cx="1447800" cy="1965139"/>
          </a:xfrm>
          <a:prstGeom prst="rect">
            <a:avLst/>
          </a:prstGeom>
        </p:spPr>
      </p:pic>
      <p:pic>
        <p:nvPicPr>
          <p:cNvPr id="8" name="Imagen 7">
            <a:extLst>
              <a:ext uri="{FF2B5EF4-FFF2-40B4-BE49-F238E27FC236}">
                <a16:creationId xmlns:a16="http://schemas.microsoft.com/office/drawing/2014/main" id="{F27D7E60-B456-DCA9-8B11-C9BAB3C4F4C1}"/>
              </a:ext>
            </a:extLst>
          </p:cNvPr>
          <p:cNvPicPr>
            <a:picLocks noChangeAspect="1"/>
          </p:cNvPicPr>
          <p:nvPr/>
        </p:nvPicPr>
        <p:blipFill>
          <a:blip r:embed="rId7"/>
          <a:stretch>
            <a:fillRect/>
          </a:stretch>
        </p:blipFill>
        <p:spPr>
          <a:xfrm>
            <a:off x="454122" y="2602851"/>
            <a:ext cx="13070537" cy="6421483"/>
          </a:xfrm>
          <a:prstGeom prst="rect">
            <a:avLst/>
          </a:prstGeom>
        </p:spPr>
      </p:pic>
    </p:spTree>
    <p:extLst>
      <p:ext uri="{BB962C8B-B14F-4D97-AF65-F5344CB8AC3E}">
        <p14:creationId xmlns:p14="http://schemas.microsoft.com/office/powerpoint/2010/main" val="276850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12BF230A-0D83-25B4-DE34-E5D04DBE9B5D}"/>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45B558FF-F725-058D-987C-09055045493D}"/>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3CD7CF75-A1F2-D77E-0BD6-031868947588}"/>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PE" sz="5400" noProof="0" dirty="0">
                <a:ln w="0"/>
                <a:solidFill>
                  <a:prstClr val="black"/>
                </a:solidFill>
                <a:latin typeface="Sharp Grotesk Bold 15" panose="00000806000000000000" pitchFamily="50" charset="0"/>
              </a:rPr>
              <a:t>TECNOLOGIAS UTILIZADAS</a:t>
            </a:r>
            <a:endPar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sp>
        <p:nvSpPr>
          <p:cNvPr id="22" name="Rectángulo 21">
            <a:extLst>
              <a:ext uri="{FF2B5EF4-FFF2-40B4-BE49-F238E27FC236}">
                <a16:creationId xmlns:a16="http://schemas.microsoft.com/office/drawing/2014/main" id="{4F50AD94-02AB-F4DF-E1EA-861C3EA5A573}"/>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6</a:t>
            </a:r>
          </a:p>
        </p:txBody>
      </p:sp>
      <p:pic>
        <p:nvPicPr>
          <p:cNvPr id="12" name="Imagen 11">
            <a:extLst>
              <a:ext uri="{FF2B5EF4-FFF2-40B4-BE49-F238E27FC236}">
                <a16:creationId xmlns:a16="http://schemas.microsoft.com/office/drawing/2014/main" id="{92787517-0588-A353-732F-2122350CA8CE}"/>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44513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8F123180-2C0F-4809-65D4-F731A51E7EF9}"/>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910E5F2A-5640-9947-EB57-E75270EAF58C}"/>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38FB738F-F7D6-4940-1AFD-1C2CE0D1516A}"/>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6.1</a:t>
            </a:r>
          </a:p>
        </p:txBody>
      </p:sp>
      <p:pic>
        <p:nvPicPr>
          <p:cNvPr id="12" name="Imagen 11">
            <a:extLst>
              <a:ext uri="{FF2B5EF4-FFF2-40B4-BE49-F238E27FC236}">
                <a16:creationId xmlns:a16="http://schemas.microsoft.com/office/drawing/2014/main" id="{3B9990B3-0A09-D97F-35A9-53A347B6DD52}"/>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B109157A-FE60-46A4-8918-FEEC77FB2040}"/>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Tecnologías Utilizadas</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12BD1F10-C0D4-CBEE-7050-986501DB62F5}"/>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B3DCE90E-7E61-D577-5D0D-7D67123FA2EC}"/>
              </a:ext>
            </a:extLst>
          </p:cNvPr>
          <p:cNvSpPr txBox="1"/>
          <p:nvPr/>
        </p:nvSpPr>
        <p:spPr>
          <a:xfrm>
            <a:off x="472895" y="2307251"/>
            <a:ext cx="7470677" cy="6369687"/>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Tecnologías en este proyecto:</a:t>
            </a:r>
          </a:p>
          <a:p>
            <a:pPr marR="153670" algn="just">
              <a:lnSpc>
                <a:spcPct val="107000"/>
              </a:lnSpc>
              <a:spcBef>
                <a:spcPts val="430"/>
              </a:spcBef>
            </a:pPr>
            <a:endParaRPr lang="es-PE" sz="2000" b="1" noProof="0" dirty="0">
              <a:solidFill>
                <a:schemeClr val="tx1"/>
              </a:solidFill>
              <a:latin typeface="Telegraf" panose="00000500000000000000"/>
              <a:ea typeface="Calibri" panose="020F0502020204030204" pitchFamily="34" charset="0"/>
              <a:cs typeface="Calibri" panose="020F0502020204030204" pitchFamily="34" charset="0"/>
            </a:endParaRPr>
          </a:p>
          <a:p>
            <a:pPr marL="342900" marR="153670" indent="-342900" algn="just">
              <a:lnSpc>
                <a:spcPct val="107000"/>
              </a:lnSpc>
              <a:spcBef>
                <a:spcPts val="430"/>
              </a:spcBef>
              <a:buFont typeface="Wingdings" panose="05000000000000000000" pitchFamily="2" charset="2"/>
              <a:buChar char="Ø"/>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Eclipse : </a:t>
            </a:r>
            <a:r>
              <a:rPr lang="es-PE" sz="2000" noProof="0" dirty="0">
                <a:solidFill>
                  <a:schemeClr val="tx1"/>
                </a:solidFill>
                <a:latin typeface="Telegraf" panose="00000500000000000000"/>
                <a:ea typeface="Calibri" panose="020F0502020204030204" pitchFamily="34" charset="0"/>
                <a:cs typeface="Calibri" panose="020F0502020204030204" pitchFamily="34" charset="0"/>
              </a:rPr>
              <a:t>Entorno de desarrollo integrado IDE gratuito y de código abierto.</a:t>
            </a:r>
          </a:p>
          <a:p>
            <a:pPr marL="342900" marR="153670" indent="-342900" algn="just">
              <a:lnSpc>
                <a:spcPct val="107000"/>
              </a:lnSpc>
              <a:spcBef>
                <a:spcPts val="430"/>
              </a:spcBef>
              <a:buFont typeface="Wingdings" panose="05000000000000000000" pitchFamily="2" charset="2"/>
              <a:buChar char="Ø"/>
            </a:pPr>
            <a:r>
              <a:rPr lang="es-PE" sz="2000" b="1" noProof="0" dirty="0" err="1">
                <a:solidFill>
                  <a:schemeClr val="tx1"/>
                </a:solidFill>
                <a:latin typeface="Telegraf" panose="00000500000000000000"/>
                <a:ea typeface="Calibri" panose="020F0502020204030204" pitchFamily="34" charset="0"/>
                <a:cs typeface="Calibri" panose="020F0502020204030204" pitchFamily="34" charset="0"/>
              </a:rPr>
              <a:t>WindowBuilder</a:t>
            </a: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 </a:t>
            </a:r>
            <a:r>
              <a:rPr lang="es-PE" sz="2000" noProof="0" dirty="0">
                <a:solidFill>
                  <a:schemeClr val="tx1"/>
                </a:solidFill>
                <a:latin typeface="Telegraf" panose="00000500000000000000"/>
                <a:ea typeface="Calibri" panose="020F0502020204030204" pitchFamily="34" charset="0"/>
                <a:cs typeface="Calibri" panose="020F0502020204030204" pitchFamily="34" charset="0"/>
              </a:rPr>
              <a:t>Plugin potente usado en la creación de GUI .</a:t>
            </a:r>
          </a:p>
          <a:p>
            <a:pPr marL="342900" marR="153670" indent="-342900" algn="just">
              <a:lnSpc>
                <a:spcPct val="107000"/>
              </a:lnSpc>
              <a:spcBef>
                <a:spcPts val="430"/>
              </a:spcBef>
              <a:buFont typeface="Wingdings" panose="05000000000000000000" pitchFamily="2" charset="2"/>
              <a:buChar char="Ø"/>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Java : </a:t>
            </a:r>
            <a:r>
              <a:rPr lang="es-PE" sz="2000" noProof="0" dirty="0">
                <a:solidFill>
                  <a:schemeClr val="tx1"/>
                </a:solidFill>
                <a:latin typeface="Telegraf" panose="00000500000000000000"/>
                <a:ea typeface="Calibri" panose="020F0502020204030204" pitchFamily="34" charset="0"/>
                <a:cs typeface="Calibri" panose="020F0502020204030204" pitchFamily="34" charset="0"/>
              </a:rPr>
              <a:t>Lenguaje de programación orientado a objetos con propósito general y es multiplataforma.</a:t>
            </a:r>
          </a:p>
          <a:p>
            <a:pPr marL="342900" marR="153670" indent="-342900" algn="just">
              <a:lnSpc>
                <a:spcPct val="107000"/>
              </a:lnSpc>
              <a:spcBef>
                <a:spcPts val="430"/>
              </a:spcBef>
              <a:buFont typeface="Wingdings" panose="05000000000000000000" pitchFamily="2" charset="2"/>
              <a:buChar char="Ø"/>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MySQL : </a:t>
            </a:r>
            <a:r>
              <a:rPr lang="es-PE" sz="2000" noProof="0" dirty="0">
                <a:solidFill>
                  <a:schemeClr val="tx1"/>
                </a:solidFill>
                <a:latin typeface="Telegraf" panose="00000500000000000000"/>
                <a:ea typeface="Calibri" panose="020F0502020204030204" pitchFamily="34" charset="0"/>
                <a:cs typeface="Calibri" panose="020F0502020204030204" pitchFamily="34" charset="0"/>
              </a:rPr>
              <a:t>Sistema de gestión de base de datos relacionales  RDBMS.</a:t>
            </a:r>
          </a:p>
          <a:p>
            <a:pPr marL="342900" marR="153670" indent="-342900" algn="just">
              <a:lnSpc>
                <a:spcPct val="107000"/>
              </a:lnSpc>
              <a:spcBef>
                <a:spcPts val="430"/>
              </a:spcBef>
              <a:buFont typeface="Wingdings" panose="05000000000000000000" pitchFamily="2" charset="2"/>
              <a:buChar char="Ø"/>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Java JDBC (Java </a:t>
            </a:r>
            <a:r>
              <a:rPr lang="es-PE" sz="2000" b="1" noProof="0" dirty="0" err="1">
                <a:solidFill>
                  <a:schemeClr val="tx1"/>
                </a:solidFill>
                <a:latin typeface="Telegraf" panose="00000500000000000000"/>
                <a:ea typeface="Calibri" panose="020F0502020204030204" pitchFamily="34" charset="0"/>
                <a:cs typeface="Calibri" panose="020F0502020204030204" pitchFamily="34" charset="0"/>
              </a:rPr>
              <a:t>Database</a:t>
            </a: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 </a:t>
            </a:r>
            <a:r>
              <a:rPr lang="es-PE" sz="2000" b="1" noProof="0" dirty="0" err="1">
                <a:solidFill>
                  <a:schemeClr val="tx1"/>
                </a:solidFill>
                <a:latin typeface="Telegraf" panose="00000500000000000000"/>
                <a:ea typeface="Calibri" panose="020F0502020204030204" pitchFamily="34" charset="0"/>
                <a:cs typeface="Calibri" panose="020F0502020204030204" pitchFamily="34" charset="0"/>
              </a:rPr>
              <a:t>Connectivity</a:t>
            </a: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 </a:t>
            </a:r>
            <a:r>
              <a:rPr lang="es-PE" sz="2000" noProof="0" dirty="0">
                <a:solidFill>
                  <a:schemeClr val="tx1"/>
                </a:solidFill>
                <a:latin typeface="Telegraf" panose="00000500000000000000"/>
                <a:ea typeface="Calibri" panose="020F0502020204030204" pitchFamily="34" charset="0"/>
                <a:cs typeface="Calibri" panose="020F0502020204030204" pitchFamily="34" charset="0"/>
              </a:rPr>
              <a:t>Es una API estándar usado para conectar aplicaciones y realizar consultas en bases de datos relacionales. </a:t>
            </a:r>
          </a:p>
          <a:p>
            <a:pPr marL="342900" marR="153670" indent="-342900" algn="just">
              <a:lnSpc>
                <a:spcPct val="107000"/>
              </a:lnSpc>
              <a:spcBef>
                <a:spcPts val="430"/>
              </a:spcBef>
              <a:buFont typeface="Wingdings" panose="05000000000000000000" pitchFamily="2" charset="2"/>
              <a:buChar char="Ø"/>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Draw.io : </a:t>
            </a:r>
            <a:r>
              <a:rPr lang="es-PE" sz="2000" noProof="0" dirty="0">
                <a:solidFill>
                  <a:schemeClr val="tx1"/>
                </a:solidFill>
                <a:latin typeface="Telegraf" panose="00000500000000000000"/>
                <a:ea typeface="Calibri" panose="020F0502020204030204" pitchFamily="34" charset="0"/>
                <a:cs typeface="Calibri" panose="020F0502020204030204" pitchFamily="34" charset="0"/>
              </a:rPr>
              <a:t>Aplicación de código abierto especial para crear y editar diagramas UML.</a:t>
            </a:r>
          </a:p>
          <a:p>
            <a:pPr marR="153670" algn="just">
              <a:lnSpc>
                <a:spcPct val="107000"/>
              </a:lnSpc>
              <a:spcBef>
                <a:spcPts val="430"/>
              </a:spcBef>
            </a:pPr>
            <a:endParaRPr lang="es-PE" sz="2000" b="1" noProof="0" dirty="0">
              <a:solidFill>
                <a:schemeClr val="tx1"/>
              </a:solidFill>
              <a:latin typeface="Telegraf" panose="00000500000000000000"/>
              <a:ea typeface="Calibri" panose="020F0502020204030204" pitchFamily="34" charset="0"/>
              <a:cs typeface="Calibri" panose="020F0502020204030204" pitchFamily="34" charset="0"/>
            </a:endParaRPr>
          </a:p>
        </p:txBody>
      </p:sp>
      <p:pic>
        <p:nvPicPr>
          <p:cNvPr id="7" name="Imagen 6" descr="Diseño PNG Y SVG De Icono Del Lenguaje De Programación Java ...">
            <a:extLst>
              <a:ext uri="{FF2B5EF4-FFF2-40B4-BE49-F238E27FC236}">
                <a16:creationId xmlns:a16="http://schemas.microsoft.com/office/drawing/2014/main" id="{E9613D1D-119F-10B3-000A-5BAE9859A816}"/>
              </a:ext>
            </a:extLst>
          </p:cNvPr>
          <p:cNvPicPr>
            <a:picLocks noChangeAspect="1"/>
          </p:cNvPicPr>
          <p:nvPr/>
        </p:nvPicPr>
        <p:blipFill>
          <a:blip r:embed="rId5"/>
          <a:stretch>
            <a:fillRect/>
          </a:stretch>
        </p:blipFill>
        <p:spPr>
          <a:xfrm>
            <a:off x="8708698" y="4047317"/>
            <a:ext cx="2538706" cy="2389370"/>
          </a:xfrm>
          <a:prstGeom prst="rect">
            <a:avLst/>
          </a:prstGeom>
        </p:spPr>
      </p:pic>
      <p:pic>
        <p:nvPicPr>
          <p:cNvPr id="9" name="Imagen 8">
            <a:extLst>
              <a:ext uri="{FF2B5EF4-FFF2-40B4-BE49-F238E27FC236}">
                <a16:creationId xmlns:a16="http://schemas.microsoft.com/office/drawing/2014/main" id="{F7280D59-4A20-E334-7DD0-E40BB8858A31}"/>
              </a:ext>
            </a:extLst>
          </p:cNvPr>
          <p:cNvPicPr>
            <a:picLocks noChangeAspect="1"/>
          </p:cNvPicPr>
          <p:nvPr/>
        </p:nvPicPr>
        <p:blipFill>
          <a:blip r:embed="rId6"/>
          <a:stretch>
            <a:fillRect/>
          </a:stretch>
        </p:blipFill>
        <p:spPr>
          <a:xfrm>
            <a:off x="12991788" y="4838247"/>
            <a:ext cx="2226305" cy="1614984"/>
          </a:xfrm>
          <a:prstGeom prst="rect">
            <a:avLst/>
          </a:prstGeom>
        </p:spPr>
      </p:pic>
      <p:pic>
        <p:nvPicPr>
          <p:cNvPr id="15" name="Imagen 14">
            <a:extLst>
              <a:ext uri="{FF2B5EF4-FFF2-40B4-BE49-F238E27FC236}">
                <a16:creationId xmlns:a16="http://schemas.microsoft.com/office/drawing/2014/main" id="{F3A65D1A-4098-1F63-7698-050D3C3194BA}"/>
              </a:ext>
            </a:extLst>
          </p:cNvPr>
          <p:cNvPicPr>
            <a:picLocks noChangeAspect="1"/>
          </p:cNvPicPr>
          <p:nvPr/>
        </p:nvPicPr>
        <p:blipFill>
          <a:blip r:embed="rId7"/>
          <a:stretch>
            <a:fillRect/>
          </a:stretch>
        </p:blipFill>
        <p:spPr>
          <a:xfrm>
            <a:off x="11762071" y="3171781"/>
            <a:ext cx="3782977" cy="875536"/>
          </a:xfrm>
          <a:prstGeom prst="rect">
            <a:avLst/>
          </a:prstGeom>
        </p:spPr>
      </p:pic>
      <p:pic>
        <p:nvPicPr>
          <p:cNvPr id="17" name="Imagen 16">
            <a:extLst>
              <a:ext uri="{FF2B5EF4-FFF2-40B4-BE49-F238E27FC236}">
                <a16:creationId xmlns:a16="http://schemas.microsoft.com/office/drawing/2014/main" id="{9DC10A1F-0F0E-A5E3-295B-F6582C5D9A51}"/>
              </a:ext>
            </a:extLst>
          </p:cNvPr>
          <p:cNvPicPr>
            <a:picLocks noChangeAspect="1"/>
          </p:cNvPicPr>
          <p:nvPr/>
        </p:nvPicPr>
        <p:blipFill>
          <a:blip r:embed="rId8"/>
          <a:stretch>
            <a:fillRect/>
          </a:stretch>
        </p:blipFill>
        <p:spPr>
          <a:xfrm>
            <a:off x="8708698" y="1954169"/>
            <a:ext cx="3782977" cy="933772"/>
          </a:xfrm>
          <a:prstGeom prst="rect">
            <a:avLst/>
          </a:prstGeom>
        </p:spPr>
      </p:pic>
      <p:pic>
        <p:nvPicPr>
          <p:cNvPr id="18" name="Imagen 17" descr="JDBC Tutorial">
            <a:extLst>
              <a:ext uri="{FF2B5EF4-FFF2-40B4-BE49-F238E27FC236}">
                <a16:creationId xmlns:a16="http://schemas.microsoft.com/office/drawing/2014/main" id="{040D5277-BD18-CE92-AB99-58FD7D598860}"/>
              </a:ext>
            </a:extLst>
          </p:cNvPr>
          <p:cNvPicPr>
            <a:picLocks noChangeAspect="1"/>
          </p:cNvPicPr>
          <p:nvPr/>
        </p:nvPicPr>
        <p:blipFill>
          <a:blip r:embed="rId9"/>
          <a:stretch>
            <a:fillRect/>
          </a:stretch>
        </p:blipFill>
        <p:spPr>
          <a:xfrm>
            <a:off x="10533114" y="6699974"/>
            <a:ext cx="2857500" cy="1524000"/>
          </a:xfrm>
          <a:prstGeom prst="rect">
            <a:avLst/>
          </a:prstGeom>
        </p:spPr>
      </p:pic>
      <p:pic>
        <p:nvPicPr>
          <p:cNvPr id="19" name="Imagen 18" descr="Draw.io Logo Vector Image Download | Logowik">
            <a:extLst>
              <a:ext uri="{FF2B5EF4-FFF2-40B4-BE49-F238E27FC236}">
                <a16:creationId xmlns:a16="http://schemas.microsoft.com/office/drawing/2014/main" id="{DFC9D564-3455-9BC1-A51C-C3F62F335CE2}"/>
              </a:ext>
            </a:extLst>
          </p:cNvPr>
          <p:cNvPicPr>
            <a:picLocks noChangeAspect="1"/>
          </p:cNvPicPr>
          <p:nvPr/>
        </p:nvPicPr>
        <p:blipFill>
          <a:blip r:embed="rId10"/>
          <a:srcRect l="18802" r="18711"/>
          <a:stretch>
            <a:fillRect/>
          </a:stretch>
        </p:blipFill>
        <p:spPr>
          <a:xfrm>
            <a:off x="14155740" y="6923865"/>
            <a:ext cx="1532593" cy="1847851"/>
          </a:xfrm>
          <a:prstGeom prst="rect">
            <a:avLst/>
          </a:prstGeom>
        </p:spPr>
      </p:pic>
    </p:spTree>
    <p:extLst>
      <p:ext uri="{BB962C8B-B14F-4D97-AF65-F5344CB8AC3E}">
        <p14:creationId xmlns:p14="http://schemas.microsoft.com/office/powerpoint/2010/main" val="1505844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1B60E442-F7AC-89DD-4F4F-7ED63BE71B63}"/>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A8781251-EB50-50A9-8A4C-00A5781F0EF7}"/>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078CBCA8-48AD-2E76-6B55-904733FBB4C6}"/>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PE" sz="5400" noProof="0" dirty="0">
                <a:ln w="0"/>
                <a:solidFill>
                  <a:prstClr val="black"/>
                </a:solidFill>
                <a:latin typeface="Sharp Grotesk Bold 15" panose="00000806000000000000" pitchFamily="50" charset="0"/>
              </a:rPr>
              <a:t>DIAGRAMA UML</a:t>
            </a:r>
            <a:endPar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sp>
        <p:nvSpPr>
          <p:cNvPr id="22" name="Rectángulo 21">
            <a:extLst>
              <a:ext uri="{FF2B5EF4-FFF2-40B4-BE49-F238E27FC236}">
                <a16:creationId xmlns:a16="http://schemas.microsoft.com/office/drawing/2014/main" id="{E4F9E8C5-D170-9D0C-CB4F-C8C81580ACAB}"/>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7</a:t>
            </a:r>
          </a:p>
        </p:txBody>
      </p:sp>
      <p:pic>
        <p:nvPicPr>
          <p:cNvPr id="12" name="Imagen 11">
            <a:extLst>
              <a:ext uri="{FF2B5EF4-FFF2-40B4-BE49-F238E27FC236}">
                <a16:creationId xmlns:a16="http://schemas.microsoft.com/office/drawing/2014/main" id="{9555A33E-6195-BA9F-C62B-3E81F4FA8AD6}"/>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4045274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E1D6901B-7343-7E41-FBFD-0FFE27BF85CB}"/>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C1A0D310-70C6-3931-281B-08BC0FEA3C59}"/>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F0F118A7-E2E3-B7DC-E3C7-8BCEDCD38CB5}"/>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7.1</a:t>
            </a:r>
          </a:p>
        </p:txBody>
      </p:sp>
      <p:pic>
        <p:nvPicPr>
          <p:cNvPr id="12" name="Imagen 11">
            <a:extLst>
              <a:ext uri="{FF2B5EF4-FFF2-40B4-BE49-F238E27FC236}">
                <a16:creationId xmlns:a16="http://schemas.microsoft.com/office/drawing/2014/main" id="{3347D8CF-F774-52A4-4BED-5DF200066A92}"/>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E4DF7969-DB16-7F5C-D51E-0A4FF4AE8E6E}"/>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Diagrama UML</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6BDFF482-F959-F63D-914C-57C156A8FC69}"/>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AFDBB562-7B57-44E4-C006-BD3CD8C3549D}"/>
              </a:ext>
            </a:extLst>
          </p:cNvPr>
          <p:cNvSpPr txBox="1"/>
          <p:nvPr/>
        </p:nvSpPr>
        <p:spPr>
          <a:xfrm>
            <a:off x="454123" y="2297390"/>
            <a:ext cx="7218057" cy="5243705"/>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Diagrama UML:</a:t>
            </a:r>
            <a:endPar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endParaRP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Para el Proyecto presente que ha sido desarrollado utilizando Java y MySQL para automatizar sus procesos, y con ellos reducir errores mejorando el control optimo de la información y brindando un buen servicio de atención al usuario ha sido diseñado previamente con un diagrama conocido como UML. Este diagrama ayudo en el diseño y con ellos se pudo simular teóricamente como debería ser el funcionamiento identificando posibles errores y brindando mejoras sin siquiera generar código. La herramienta que se usó fue Draw.io ya que es de código abierto, es gratis y es muy cómodo de usar. Además, es ideal para brindar el Desarrollo de este Proyecto que no tiene costo para la biblioteca. </a:t>
            </a:r>
          </a:p>
        </p:txBody>
      </p:sp>
      <p:pic>
        <p:nvPicPr>
          <p:cNvPr id="9" name="Imagen 8">
            <a:extLst>
              <a:ext uri="{FF2B5EF4-FFF2-40B4-BE49-F238E27FC236}">
                <a16:creationId xmlns:a16="http://schemas.microsoft.com/office/drawing/2014/main" id="{6A5A0C44-6434-8666-0E76-D2759774BEE9}"/>
              </a:ext>
            </a:extLst>
          </p:cNvPr>
          <p:cNvPicPr>
            <a:picLocks noChangeAspect="1"/>
          </p:cNvPicPr>
          <p:nvPr/>
        </p:nvPicPr>
        <p:blipFill>
          <a:blip r:embed="rId5"/>
          <a:srcRect r="1872"/>
          <a:stretch>
            <a:fillRect/>
          </a:stretch>
        </p:blipFill>
        <p:spPr>
          <a:xfrm>
            <a:off x="8708698" y="2585861"/>
            <a:ext cx="7536239" cy="4772882"/>
          </a:xfrm>
          <a:prstGeom prst="rect">
            <a:avLst/>
          </a:prstGeom>
        </p:spPr>
      </p:pic>
      <p:pic>
        <p:nvPicPr>
          <p:cNvPr id="10" name="Imagen 9" descr="Draw.io Logo Vector Image Download | Logowik">
            <a:extLst>
              <a:ext uri="{FF2B5EF4-FFF2-40B4-BE49-F238E27FC236}">
                <a16:creationId xmlns:a16="http://schemas.microsoft.com/office/drawing/2014/main" id="{42DC323B-9227-D778-6A80-DC859BB6BDBE}"/>
              </a:ext>
            </a:extLst>
          </p:cNvPr>
          <p:cNvPicPr>
            <a:picLocks noChangeAspect="1"/>
          </p:cNvPicPr>
          <p:nvPr/>
        </p:nvPicPr>
        <p:blipFill>
          <a:blip r:embed="rId6"/>
          <a:srcRect l="17165" r="16720"/>
          <a:stretch>
            <a:fillRect/>
          </a:stretch>
        </p:blipFill>
        <p:spPr>
          <a:xfrm>
            <a:off x="9080501" y="5526025"/>
            <a:ext cx="2476500" cy="2822007"/>
          </a:xfrm>
          <a:prstGeom prst="rect">
            <a:avLst/>
          </a:prstGeom>
        </p:spPr>
      </p:pic>
    </p:spTree>
    <p:extLst>
      <p:ext uri="{BB962C8B-B14F-4D97-AF65-F5344CB8AC3E}">
        <p14:creationId xmlns:p14="http://schemas.microsoft.com/office/powerpoint/2010/main" val="3332518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572201E6-2951-C078-DC8D-AF7D9A6D55D1}"/>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787E7569-62A4-CF67-4A94-2C420B376F21}"/>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CABAF7A6-CD30-782A-519A-B9D69F76EC5E}"/>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7.2</a:t>
            </a:r>
          </a:p>
        </p:txBody>
      </p:sp>
      <p:pic>
        <p:nvPicPr>
          <p:cNvPr id="12" name="Imagen 11">
            <a:extLst>
              <a:ext uri="{FF2B5EF4-FFF2-40B4-BE49-F238E27FC236}">
                <a16:creationId xmlns:a16="http://schemas.microsoft.com/office/drawing/2014/main" id="{2E328F5F-87BB-0FDD-1653-45FA3C145404}"/>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8522C467-FB17-EEE2-B948-8894F0CCC361}"/>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Diagrama UML</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D67A9B04-49A2-1F42-C83C-9F48D3CB8D47}"/>
              </a:ext>
            </a:extLst>
          </p:cNvPr>
          <p:cNvSpPr/>
          <p:nvPr/>
        </p:nvSpPr>
        <p:spPr>
          <a:xfrm>
            <a:off x="0" y="1750439"/>
            <a:ext cx="16281400"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pic>
        <p:nvPicPr>
          <p:cNvPr id="9" name="Imagen 8">
            <a:extLst>
              <a:ext uri="{FF2B5EF4-FFF2-40B4-BE49-F238E27FC236}">
                <a16:creationId xmlns:a16="http://schemas.microsoft.com/office/drawing/2014/main" id="{67DDBBDC-1B94-E32B-0911-E99D707DEE14}"/>
              </a:ext>
            </a:extLst>
          </p:cNvPr>
          <p:cNvPicPr>
            <a:picLocks noChangeAspect="1"/>
          </p:cNvPicPr>
          <p:nvPr/>
        </p:nvPicPr>
        <p:blipFill>
          <a:blip r:embed="rId5"/>
          <a:srcRect r="1872"/>
          <a:stretch>
            <a:fillRect/>
          </a:stretch>
        </p:blipFill>
        <p:spPr>
          <a:xfrm>
            <a:off x="2835728" y="1906508"/>
            <a:ext cx="10609943" cy="7117827"/>
          </a:xfrm>
          <a:prstGeom prst="rect">
            <a:avLst/>
          </a:prstGeom>
        </p:spPr>
      </p:pic>
      <p:sp>
        <p:nvSpPr>
          <p:cNvPr id="6" name="CuadroTexto 5">
            <a:extLst>
              <a:ext uri="{FF2B5EF4-FFF2-40B4-BE49-F238E27FC236}">
                <a16:creationId xmlns:a16="http://schemas.microsoft.com/office/drawing/2014/main" id="{9E9EB8B2-30BF-CDC6-D24F-AED93C007997}"/>
              </a:ext>
            </a:extLst>
          </p:cNvPr>
          <p:cNvSpPr txBox="1"/>
          <p:nvPr/>
        </p:nvSpPr>
        <p:spPr>
          <a:xfrm>
            <a:off x="276323" y="7809853"/>
            <a:ext cx="4054377" cy="814691"/>
          </a:xfrm>
          <a:prstGeom prst="roundRect">
            <a:avLst/>
          </a:prstGeom>
          <a:solidFill>
            <a:schemeClr val="bg1"/>
          </a:solidFill>
          <a:ln>
            <a:solidFill>
              <a:srgbClr val="9500FF"/>
            </a:solidFill>
          </a:ln>
        </p:spPr>
        <p:txBody>
          <a:bodyPr wrap="square">
            <a:spAutoFit/>
          </a:bodyPr>
          <a:lstStyle/>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Imagen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referential</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porque el Proyecto se sigue implementando</a:t>
            </a:r>
          </a:p>
        </p:txBody>
      </p:sp>
      <p:pic>
        <p:nvPicPr>
          <p:cNvPr id="3" name="Imagen 2" descr="Draw.io Logo Vector Image Download | Logowik">
            <a:extLst>
              <a:ext uri="{FF2B5EF4-FFF2-40B4-BE49-F238E27FC236}">
                <a16:creationId xmlns:a16="http://schemas.microsoft.com/office/drawing/2014/main" id="{D805F1D7-B729-BD82-3BA2-4D15B3957508}"/>
              </a:ext>
            </a:extLst>
          </p:cNvPr>
          <p:cNvPicPr>
            <a:picLocks noChangeAspect="1"/>
          </p:cNvPicPr>
          <p:nvPr/>
        </p:nvPicPr>
        <p:blipFill>
          <a:blip r:embed="rId6"/>
          <a:srcRect l="17897" r="19967"/>
          <a:stretch>
            <a:fillRect/>
          </a:stretch>
        </p:blipFill>
        <p:spPr>
          <a:xfrm>
            <a:off x="454123" y="2091473"/>
            <a:ext cx="1371599" cy="1663064"/>
          </a:xfrm>
          <a:prstGeom prst="rect">
            <a:avLst/>
          </a:prstGeom>
        </p:spPr>
      </p:pic>
    </p:spTree>
    <p:extLst>
      <p:ext uri="{BB962C8B-B14F-4D97-AF65-F5344CB8AC3E}">
        <p14:creationId xmlns:p14="http://schemas.microsoft.com/office/powerpoint/2010/main" val="910368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E108B27F-5C27-3E12-5F91-73CEE2E0A2C8}"/>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8064FBFD-7031-5E1C-EBD5-A376DBD53D10}"/>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40A9FFBE-98E2-C64A-5E18-68BEBE1BA3F5}"/>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PE" sz="5400" noProof="0" dirty="0">
                <a:ln w="0"/>
                <a:solidFill>
                  <a:prstClr val="black"/>
                </a:solidFill>
                <a:latin typeface="Sharp Grotesk Bold 15" panose="00000806000000000000" pitchFamily="50" charset="0"/>
              </a:rPr>
              <a:t>ARQUITECTURA</a:t>
            </a:r>
            <a:endPar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sp>
        <p:nvSpPr>
          <p:cNvPr id="22" name="Rectángulo 21">
            <a:extLst>
              <a:ext uri="{FF2B5EF4-FFF2-40B4-BE49-F238E27FC236}">
                <a16:creationId xmlns:a16="http://schemas.microsoft.com/office/drawing/2014/main" id="{BC41EDEC-1C84-B712-5FD8-0522A8043699}"/>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PE" sz="23900" noProof="0" dirty="0">
                <a:ln w="0"/>
                <a:solidFill>
                  <a:prstClr val="black"/>
                </a:solidFill>
                <a:latin typeface="Sharp Grotesk Bold 15" panose="00000806000000000000" pitchFamily="50" charset="0"/>
              </a:rPr>
              <a:t>8</a:t>
            </a:r>
            <a:endPar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pic>
        <p:nvPicPr>
          <p:cNvPr id="12" name="Imagen 11">
            <a:extLst>
              <a:ext uri="{FF2B5EF4-FFF2-40B4-BE49-F238E27FC236}">
                <a16:creationId xmlns:a16="http://schemas.microsoft.com/office/drawing/2014/main" id="{71D25243-ABCA-0966-2A1F-782AF8D0D288}"/>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3451370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F11193A2-BA6D-6314-FF97-03B76D9F525F}"/>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040FB589-BA2A-20B9-74DE-B3757C14C2FF}"/>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E7FF244B-03BE-E791-6835-4630E4F0B654}"/>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8.1</a:t>
            </a:r>
          </a:p>
        </p:txBody>
      </p:sp>
      <p:pic>
        <p:nvPicPr>
          <p:cNvPr id="12" name="Imagen 11">
            <a:extLst>
              <a:ext uri="{FF2B5EF4-FFF2-40B4-BE49-F238E27FC236}">
                <a16:creationId xmlns:a16="http://schemas.microsoft.com/office/drawing/2014/main" id="{B19DC8E0-7AC9-3622-9570-D80EA4DBA69F}"/>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023492B1-E865-B1BE-836C-9FA72B78D3B5}"/>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Arquitectura</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8D831E30-3017-D24D-277D-E6567590418A}"/>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7364BE33-30A8-3D99-A70D-D35B792E4B62}"/>
              </a:ext>
            </a:extLst>
          </p:cNvPr>
          <p:cNvSpPr txBox="1"/>
          <p:nvPr/>
        </p:nvSpPr>
        <p:spPr>
          <a:xfrm>
            <a:off x="454123" y="2297390"/>
            <a:ext cx="7218057" cy="3478683"/>
          </a:xfrm>
          <a:prstGeom prst="roundRect">
            <a:avLst/>
          </a:prstGeom>
          <a:solidFill>
            <a:schemeClr val="bg1"/>
          </a:solidFill>
        </p:spPr>
        <p:txBody>
          <a:bodyPr wrap="square">
            <a:spAutoFit/>
          </a:bodyPr>
          <a:lstStyle/>
          <a:p>
            <a:pPr marR="153670" algn="just">
              <a:lnSpc>
                <a:spcPct val="107000"/>
              </a:lnSpc>
              <a:spcBef>
                <a:spcPts val="430"/>
              </a:spcBef>
            </a:pPr>
            <a:r>
              <a:rPr lang="es-MX" sz="2000" b="1" dirty="0">
                <a:solidFill>
                  <a:schemeClr val="tx1"/>
                </a:solidFill>
                <a:latin typeface="Telegraf" panose="00000500000000000000" pitchFamily="50" charset="0"/>
                <a:ea typeface="Calibri" panose="020F0502020204030204" pitchFamily="34" charset="0"/>
                <a:cs typeface="Calibri" panose="020F0502020204030204" pitchFamily="34" charset="0"/>
              </a:rPr>
              <a:t>Arquitectura:</a:t>
            </a:r>
          </a:p>
          <a:p>
            <a:pPr marR="153670" algn="just">
              <a:lnSpc>
                <a:spcPct val="107000"/>
              </a:lnSpc>
              <a:spcBef>
                <a:spcPts val="430"/>
              </a:spcBef>
            </a:pPr>
            <a:r>
              <a:rPr lang="es-MX"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Podemos observar que esta diseñado por capas , por ejemplo tenemos el package raíz “biblioteca” que contiene una clase Main. Luego se tiene sub package como </a:t>
            </a:r>
            <a:r>
              <a:rPr lang="es-MX"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dao</a:t>
            </a:r>
            <a:r>
              <a:rPr lang="es-MX"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modelo, servicio, vista los cuales tienes clases y dentro de ellos métodos, operaciones, etc. La organización da ventajas como separar responsabilidades, facilita el mantenimiento y es escalable ya que se puede agregar nueva funciones. </a:t>
            </a:r>
          </a:p>
          <a:p>
            <a:pPr marR="153670" algn="just">
              <a:lnSpc>
                <a:spcPct val="107000"/>
              </a:lnSpc>
              <a:spcBef>
                <a:spcPts val="430"/>
              </a:spcBef>
            </a:pPr>
            <a:endPar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endParaRPr>
          </a:p>
        </p:txBody>
      </p:sp>
      <p:pic>
        <p:nvPicPr>
          <p:cNvPr id="8" name="Imagen 7">
            <a:extLst>
              <a:ext uri="{FF2B5EF4-FFF2-40B4-BE49-F238E27FC236}">
                <a16:creationId xmlns:a16="http://schemas.microsoft.com/office/drawing/2014/main" id="{6CC1A89B-4373-67BE-3E5C-AF55B203F27D}"/>
              </a:ext>
            </a:extLst>
          </p:cNvPr>
          <p:cNvPicPr>
            <a:picLocks noChangeAspect="1"/>
          </p:cNvPicPr>
          <p:nvPr/>
        </p:nvPicPr>
        <p:blipFill>
          <a:blip r:embed="rId5"/>
          <a:stretch>
            <a:fillRect/>
          </a:stretch>
        </p:blipFill>
        <p:spPr>
          <a:xfrm>
            <a:off x="9203908" y="1814790"/>
            <a:ext cx="4498840" cy="6809754"/>
          </a:xfrm>
          <a:prstGeom prst="rect">
            <a:avLst/>
          </a:prstGeom>
        </p:spPr>
      </p:pic>
    </p:spTree>
    <p:extLst>
      <p:ext uri="{BB962C8B-B14F-4D97-AF65-F5344CB8AC3E}">
        <p14:creationId xmlns:p14="http://schemas.microsoft.com/office/powerpoint/2010/main" val="4100021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9318AB67-AA0C-107A-A8BA-F71790A54A30}"/>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3BD8E4C1-A97F-A25B-1AE0-2028AAE0D012}"/>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AAC920DA-2764-234F-9B54-1272E2AB75ED}"/>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PE" sz="5400" noProof="0" dirty="0">
                <a:ln w="0"/>
                <a:solidFill>
                  <a:prstClr val="black"/>
                </a:solidFill>
                <a:latin typeface="Sharp Grotesk Bold 15" panose="00000806000000000000" pitchFamily="50" charset="0"/>
              </a:rPr>
              <a:t>TECNICAS POO</a:t>
            </a:r>
            <a:endPar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sp>
        <p:nvSpPr>
          <p:cNvPr id="22" name="Rectángulo 21">
            <a:extLst>
              <a:ext uri="{FF2B5EF4-FFF2-40B4-BE49-F238E27FC236}">
                <a16:creationId xmlns:a16="http://schemas.microsoft.com/office/drawing/2014/main" id="{BAECAABB-4EE9-141F-B3EA-213E5D8462E9}"/>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PE" sz="23900" noProof="0" dirty="0">
                <a:ln w="0"/>
                <a:solidFill>
                  <a:prstClr val="black"/>
                </a:solidFill>
                <a:latin typeface="Sharp Grotesk Bold 15" panose="00000806000000000000" pitchFamily="50" charset="0"/>
              </a:rPr>
              <a:t>9</a:t>
            </a:r>
            <a:endPar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pic>
        <p:nvPicPr>
          <p:cNvPr id="12" name="Imagen 11">
            <a:extLst>
              <a:ext uri="{FF2B5EF4-FFF2-40B4-BE49-F238E27FC236}">
                <a16:creationId xmlns:a16="http://schemas.microsoft.com/office/drawing/2014/main" id="{DD715763-6463-14CC-580B-F7C15B30211C}"/>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2524847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86FB6926-4CA0-B6CA-B2F8-F76655B04B11}"/>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2ECAD967-3213-A1EA-0268-0FFFE93B7518}"/>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4B324B3F-796F-1250-ED0A-248564877850}"/>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9</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39B42DCD-467D-CEE7-309C-4BEBE1D2FF07}"/>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11CE0F69-2829-4D29-9681-7BA54542C175}"/>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Técnicas POO -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290D0EF8-F3FF-9F7F-028E-CA5BA6A1634D}"/>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826717C8-D4E8-DCC5-2FA8-70571C547DE3}"/>
              </a:ext>
            </a:extLst>
          </p:cNvPr>
          <p:cNvSpPr txBox="1"/>
          <p:nvPr/>
        </p:nvSpPr>
        <p:spPr>
          <a:xfrm>
            <a:off x="570328" y="2039944"/>
            <a:ext cx="7218057" cy="6483193"/>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Técnicas de Programación Orientado a objetos:</a:t>
            </a: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El Proyecto presente ha sido desarrollado utilizando Java y aplicando las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tecnicas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de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programacion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orientada a objetos para automatizar procesos, y con ellos reducir errores mejorando el control optimo de la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informacion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y buen servicio de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atencion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al usuario. El sistema de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gestion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para la biblioteca tiene aplicado lo siguiente:</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Clases</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Objetos</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Atributos</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Métodos</a:t>
            </a:r>
          </a:p>
          <a:p>
            <a:pPr marR="153670" algn="just">
              <a:lnSpc>
                <a:spcPct val="107000"/>
              </a:lnSpc>
              <a:spcBef>
                <a:spcPts val="430"/>
              </a:spcBef>
            </a:pP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Pilares de la POO:</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Encapsulamientos</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Herencia</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Polimorfismo</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Abstracción</a:t>
            </a:r>
          </a:p>
        </p:txBody>
      </p:sp>
      <p:pic>
        <p:nvPicPr>
          <p:cNvPr id="3" name="Imagen 2" descr="El sistema de gestión introducción - YouTube">
            <a:extLst>
              <a:ext uri="{FF2B5EF4-FFF2-40B4-BE49-F238E27FC236}">
                <a16:creationId xmlns:a16="http://schemas.microsoft.com/office/drawing/2014/main" id="{EE1BD843-9E8B-FC26-DF1F-9DA1E3FE3B2F}"/>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4" name="Imagen 3" descr="10 principios para una biblioteca abierta y hospitalaria… y 5 ...">
            <a:extLst>
              <a:ext uri="{FF2B5EF4-FFF2-40B4-BE49-F238E27FC236}">
                <a16:creationId xmlns:a16="http://schemas.microsoft.com/office/drawing/2014/main" id="{7A5CB954-182B-7CD8-5C67-89EE60AC9BFF}"/>
              </a:ext>
            </a:extLst>
          </p:cNvPr>
          <p:cNvPicPr>
            <a:picLocks noChangeAspect="1"/>
          </p:cNvPicPr>
          <p:nvPr/>
        </p:nvPicPr>
        <p:blipFill>
          <a:blip r:embed="rId6"/>
          <a:stretch>
            <a:fillRect/>
          </a:stretch>
        </p:blipFill>
        <p:spPr>
          <a:xfrm>
            <a:off x="9349531" y="5253968"/>
            <a:ext cx="5420569" cy="3242850"/>
          </a:xfrm>
          <a:prstGeom prst="rect">
            <a:avLst/>
          </a:prstGeom>
        </p:spPr>
      </p:pic>
    </p:spTree>
    <p:extLst>
      <p:ext uri="{BB962C8B-B14F-4D97-AF65-F5344CB8AC3E}">
        <p14:creationId xmlns:p14="http://schemas.microsoft.com/office/powerpoint/2010/main" val="36610005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2D327821-59C4-F2E6-40CB-99FE9DE5AED7}"/>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FA1B3D28-B19C-2FB7-8DA7-109B4B84019C}"/>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75C0C8C0-C223-F2CE-1B23-F34A0942786F}"/>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9</a:t>
            </a:r>
            <a:r>
              <a:rPr lang="es-PE" sz="4400" b="0" cap="none" spc="0" noProof="0" dirty="0">
                <a:ln w="0"/>
                <a:solidFill>
                  <a:schemeClr val="tx1"/>
                </a:solidFill>
                <a:latin typeface="Sharp Grotesk Bold 15" panose="00000806000000000000" pitchFamily="50" charset="0"/>
              </a:rPr>
              <a:t>.2</a:t>
            </a:r>
          </a:p>
        </p:txBody>
      </p:sp>
      <p:pic>
        <p:nvPicPr>
          <p:cNvPr id="12" name="Imagen 11">
            <a:extLst>
              <a:ext uri="{FF2B5EF4-FFF2-40B4-BE49-F238E27FC236}">
                <a16:creationId xmlns:a16="http://schemas.microsoft.com/office/drawing/2014/main" id="{ED4C0641-23FC-D7CB-78A5-094482EA23DF}"/>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2B6A31F4-A9A7-5D49-85AB-C72FBF31EBAC}"/>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Técnicas POO - Encapsulamiento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0AC44378-988D-BEED-A308-642B844628D6}"/>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C520C8BD-19DC-4307-E938-B19F764FE693}"/>
              </a:ext>
            </a:extLst>
          </p:cNvPr>
          <p:cNvSpPr txBox="1"/>
          <p:nvPr/>
        </p:nvSpPr>
        <p:spPr>
          <a:xfrm>
            <a:off x="454123" y="2155824"/>
            <a:ext cx="7218057" cy="1964509"/>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Encapsulamiento:</a:t>
            </a: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Consiste en la protección de los datos de un objeto, el cual permite el acceso por medio de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metodos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como </a:t>
            </a:r>
            <a:r>
              <a:rPr lang="es-PE" sz="2000" b="1"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getters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y </a:t>
            </a:r>
            <a:r>
              <a:rPr lang="es-PE" sz="2000" b="1"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setters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en conjunto uso de los modificadores </a:t>
            </a:r>
            <a:r>
              <a:rPr lang="es-PE" sz="2000" b="1"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private</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t>
            </a:r>
            <a:r>
              <a:rPr lang="es-PE" sz="2000" b="1"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public</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y </a:t>
            </a:r>
            <a:r>
              <a:rPr lang="es-PE" sz="2000" b="1"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protected</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t>
            </a:r>
          </a:p>
        </p:txBody>
      </p:sp>
      <p:pic>
        <p:nvPicPr>
          <p:cNvPr id="8" name="Imagen 7">
            <a:extLst>
              <a:ext uri="{FF2B5EF4-FFF2-40B4-BE49-F238E27FC236}">
                <a16:creationId xmlns:a16="http://schemas.microsoft.com/office/drawing/2014/main" id="{F1FA3EC9-75FF-33EF-0D9D-551FFCF7469B}"/>
              </a:ext>
            </a:extLst>
          </p:cNvPr>
          <p:cNvPicPr>
            <a:picLocks noChangeAspect="1"/>
          </p:cNvPicPr>
          <p:nvPr/>
        </p:nvPicPr>
        <p:blipFill>
          <a:blip r:embed="rId5"/>
          <a:stretch>
            <a:fillRect/>
          </a:stretch>
        </p:blipFill>
        <p:spPr>
          <a:xfrm>
            <a:off x="7765775" y="1814791"/>
            <a:ext cx="8209668" cy="7119690"/>
          </a:xfrm>
          <a:prstGeom prst="rect">
            <a:avLst/>
          </a:prstGeom>
        </p:spPr>
      </p:pic>
    </p:spTree>
    <p:extLst>
      <p:ext uri="{BB962C8B-B14F-4D97-AF65-F5344CB8AC3E}">
        <p14:creationId xmlns:p14="http://schemas.microsoft.com/office/powerpoint/2010/main" val="1595729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CED2B1DF-0FD0-8046-0F81-8ADFC749F066}"/>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4599951A-90ED-6B22-1F0B-DA7B008AEBAC}"/>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49613835-9217-04AF-1225-7121972DA3F5}"/>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9</a:t>
            </a:r>
            <a:r>
              <a:rPr lang="es-PE" sz="4400" b="0" cap="none" spc="0" noProof="0" dirty="0">
                <a:ln w="0"/>
                <a:solidFill>
                  <a:schemeClr val="tx1"/>
                </a:solidFill>
                <a:latin typeface="Sharp Grotesk Bold 15" panose="00000806000000000000" pitchFamily="50" charset="0"/>
              </a:rPr>
              <a:t>.3</a:t>
            </a:r>
          </a:p>
        </p:txBody>
      </p:sp>
      <p:pic>
        <p:nvPicPr>
          <p:cNvPr id="12" name="Imagen 11">
            <a:extLst>
              <a:ext uri="{FF2B5EF4-FFF2-40B4-BE49-F238E27FC236}">
                <a16:creationId xmlns:a16="http://schemas.microsoft.com/office/drawing/2014/main" id="{F883059C-1659-E215-5211-6B8CDC10DFC4}"/>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8CCD6600-EB6D-78CA-9616-658D71DE5218}"/>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Técnicas POO - Herencia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51272131-782B-00D2-9043-CA1D8AB0A7EE}"/>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09C19BD4-D0F2-2FA4-9233-EF4F428ECE9B}"/>
              </a:ext>
            </a:extLst>
          </p:cNvPr>
          <p:cNvSpPr txBox="1"/>
          <p:nvPr/>
        </p:nvSpPr>
        <p:spPr>
          <a:xfrm>
            <a:off x="454123" y="2297390"/>
            <a:ext cx="7218057" cy="1235799"/>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Herencia:</a:t>
            </a: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Este pilar permite que una </a:t>
            </a:r>
            <a:r>
              <a:rPr lang="es-PE" sz="2000" i="1" u="sng" noProof="0" dirty="0">
                <a:solidFill>
                  <a:schemeClr val="tx1"/>
                </a:solidFill>
                <a:latin typeface="Telegraf" panose="00000500000000000000" pitchFamily="50" charset="0"/>
                <a:ea typeface="Calibri" panose="020F0502020204030204" pitchFamily="34" charset="0"/>
                <a:cs typeface="Calibri" panose="020F0502020204030204" pitchFamily="34" charset="0"/>
              </a:rPr>
              <a:t>clase</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t>
            </a: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herede</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t>
            </a:r>
            <a:r>
              <a:rPr lang="es-PE" sz="2000" i="1" u="sng" noProof="0" dirty="0">
                <a:solidFill>
                  <a:schemeClr val="tx1"/>
                </a:solidFill>
                <a:latin typeface="Telegraf" panose="00000500000000000000" pitchFamily="50" charset="0"/>
                <a:ea typeface="Calibri" panose="020F0502020204030204" pitchFamily="34" charset="0"/>
                <a:cs typeface="Calibri" panose="020F0502020204030204" pitchFamily="34" charset="0"/>
              </a:rPr>
              <a:t>atributos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y </a:t>
            </a:r>
            <a:r>
              <a:rPr lang="es-PE" sz="2000" i="1" u="sng"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metodos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de </a:t>
            </a:r>
            <a:r>
              <a:rPr lang="es-PE" sz="2000" i="1" u="sng" noProof="0" dirty="0">
                <a:solidFill>
                  <a:schemeClr val="tx1"/>
                </a:solidFill>
                <a:latin typeface="Telegraf" panose="00000500000000000000" pitchFamily="50" charset="0"/>
                <a:ea typeface="Calibri" panose="020F0502020204030204" pitchFamily="34" charset="0"/>
                <a:cs typeface="Calibri" panose="020F0502020204030204" pitchFamily="34" charset="0"/>
              </a:rPr>
              <a:t>otra clase </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lo cual permite la reutilización del código.</a:t>
            </a:r>
          </a:p>
        </p:txBody>
      </p:sp>
      <p:pic>
        <p:nvPicPr>
          <p:cNvPr id="8" name="Imagen 7">
            <a:extLst>
              <a:ext uri="{FF2B5EF4-FFF2-40B4-BE49-F238E27FC236}">
                <a16:creationId xmlns:a16="http://schemas.microsoft.com/office/drawing/2014/main" id="{02168885-2624-A534-366A-7F60872CE53C}"/>
              </a:ext>
            </a:extLst>
          </p:cNvPr>
          <p:cNvPicPr>
            <a:picLocks noChangeAspect="1"/>
          </p:cNvPicPr>
          <p:nvPr/>
        </p:nvPicPr>
        <p:blipFill>
          <a:blip r:embed="rId5"/>
          <a:stretch>
            <a:fillRect/>
          </a:stretch>
        </p:blipFill>
        <p:spPr>
          <a:xfrm>
            <a:off x="339237" y="4119746"/>
            <a:ext cx="7798201" cy="4235668"/>
          </a:xfrm>
          <a:prstGeom prst="rect">
            <a:avLst/>
          </a:prstGeom>
        </p:spPr>
      </p:pic>
      <p:pic>
        <p:nvPicPr>
          <p:cNvPr id="10" name="Imagen 9">
            <a:extLst>
              <a:ext uri="{FF2B5EF4-FFF2-40B4-BE49-F238E27FC236}">
                <a16:creationId xmlns:a16="http://schemas.microsoft.com/office/drawing/2014/main" id="{1CB805A7-E834-6058-991A-A23D3D45CCCC}"/>
              </a:ext>
            </a:extLst>
          </p:cNvPr>
          <p:cNvPicPr>
            <a:picLocks noChangeAspect="1"/>
          </p:cNvPicPr>
          <p:nvPr/>
        </p:nvPicPr>
        <p:blipFill>
          <a:blip r:embed="rId6"/>
          <a:stretch>
            <a:fillRect/>
          </a:stretch>
        </p:blipFill>
        <p:spPr>
          <a:xfrm>
            <a:off x="8137438" y="1996363"/>
            <a:ext cx="7607691" cy="5855001"/>
          </a:xfrm>
          <a:prstGeom prst="rect">
            <a:avLst/>
          </a:prstGeom>
        </p:spPr>
      </p:pic>
    </p:spTree>
    <p:extLst>
      <p:ext uri="{BB962C8B-B14F-4D97-AF65-F5344CB8AC3E}">
        <p14:creationId xmlns:p14="http://schemas.microsoft.com/office/powerpoint/2010/main" val="2877883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0A382931-9CA2-CBF3-846E-7A258F9368BD}"/>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171974D9-2175-6DA8-C607-116630323EF2}"/>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D2963391-B047-1D15-41AC-014831262E4F}"/>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9</a:t>
            </a:r>
            <a:r>
              <a:rPr lang="es-PE" sz="4400" b="0" cap="none" spc="0" noProof="0" dirty="0">
                <a:ln w="0"/>
                <a:solidFill>
                  <a:schemeClr val="tx1"/>
                </a:solidFill>
                <a:latin typeface="Sharp Grotesk Bold 15" panose="00000806000000000000" pitchFamily="50" charset="0"/>
              </a:rPr>
              <a:t>.4</a:t>
            </a:r>
          </a:p>
        </p:txBody>
      </p:sp>
      <p:pic>
        <p:nvPicPr>
          <p:cNvPr id="12" name="Imagen 11">
            <a:extLst>
              <a:ext uri="{FF2B5EF4-FFF2-40B4-BE49-F238E27FC236}">
                <a16:creationId xmlns:a16="http://schemas.microsoft.com/office/drawing/2014/main" id="{9699583F-9E91-912F-3C8B-CBF66FBD36A6}"/>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4597EC07-D17B-7EC7-56D5-15A2CC055490}"/>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Técnicas POO - Polimorfismo</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78B9B341-2DAB-8ADD-36A2-479B0220101A}"/>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1067117D-B589-62D7-A315-ED5A08D01A6B}"/>
              </a:ext>
            </a:extLst>
          </p:cNvPr>
          <p:cNvSpPr txBox="1"/>
          <p:nvPr/>
        </p:nvSpPr>
        <p:spPr>
          <a:xfrm>
            <a:off x="454123" y="2297390"/>
            <a:ext cx="7218057" cy="1964509"/>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Polimorfismo:</a:t>
            </a: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Este pilar </a:t>
            </a: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permite</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que un </a:t>
            </a: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método</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t>
            </a:r>
            <a:r>
              <a:rPr lang="es-PE" sz="2000" i="1" u="sng" noProof="0" dirty="0">
                <a:solidFill>
                  <a:schemeClr val="tx1"/>
                </a:solidFill>
                <a:latin typeface="Telegraf" panose="00000500000000000000" pitchFamily="50" charset="0"/>
                <a:ea typeface="Calibri" panose="020F0502020204030204" pitchFamily="34" charset="0"/>
                <a:cs typeface="Calibri" panose="020F0502020204030204" pitchFamily="34" charset="0"/>
              </a:rPr>
              <a:t>tenga diferentes comportamientos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t>
            </a: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según el objeto </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que lo </a:t>
            </a:r>
            <a:r>
              <a:rPr lang="es-PE" sz="2000" i="1" u="sng" noProof="0" dirty="0">
                <a:solidFill>
                  <a:schemeClr val="tx1"/>
                </a:solidFill>
                <a:latin typeface="Telegraf" panose="00000500000000000000" pitchFamily="50" charset="0"/>
                <a:ea typeface="Calibri" panose="020F0502020204030204" pitchFamily="34" charset="0"/>
                <a:cs typeface="Calibri" panose="020F0502020204030204" pitchFamily="34" charset="0"/>
              </a:rPr>
              <a:t>llame o invoque</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Esa acción se logra por medio de </a:t>
            </a: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la sobrecarga  </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y </a:t>
            </a: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la sobreescritura </a:t>
            </a:r>
            <a:r>
              <a:rPr lang="es-PE" sz="2000" i="1" u="sng" noProof="0" dirty="0">
                <a:solidFill>
                  <a:schemeClr val="tx1"/>
                </a:solidFill>
                <a:latin typeface="Telegraf" panose="00000500000000000000" pitchFamily="50" charset="0"/>
                <a:ea typeface="Calibri" panose="020F0502020204030204" pitchFamily="34" charset="0"/>
                <a:cs typeface="Calibri" panose="020F0502020204030204" pitchFamily="34" charset="0"/>
              </a:rPr>
              <a:t>de métodos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t>
            </a:r>
          </a:p>
        </p:txBody>
      </p:sp>
      <p:pic>
        <p:nvPicPr>
          <p:cNvPr id="10" name="Imagen 9">
            <a:extLst>
              <a:ext uri="{FF2B5EF4-FFF2-40B4-BE49-F238E27FC236}">
                <a16:creationId xmlns:a16="http://schemas.microsoft.com/office/drawing/2014/main" id="{7EB3B53B-5B7F-7823-3714-5676E223B58E}"/>
              </a:ext>
            </a:extLst>
          </p:cNvPr>
          <p:cNvPicPr>
            <a:picLocks noChangeAspect="1"/>
          </p:cNvPicPr>
          <p:nvPr/>
        </p:nvPicPr>
        <p:blipFill>
          <a:blip r:embed="rId5"/>
          <a:stretch>
            <a:fillRect/>
          </a:stretch>
        </p:blipFill>
        <p:spPr>
          <a:xfrm>
            <a:off x="9097261" y="1557523"/>
            <a:ext cx="6883026" cy="6221503"/>
          </a:xfrm>
          <a:prstGeom prst="rect">
            <a:avLst/>
          </a:prstGeom>
        </p:spPr>
      </p:pic>
      <p:pic>
        <p:nvPicPr>
          <p:cNvPr id="14" name="Imagen 13">
            <a:extLst>
              <a:ext uri="{FF2B5EF4-FFF2-40B4-BE49-F238E27FC236}">
                <a16:creationId xmlns:a16="http://schemas.microsoft.com/office/drawing/2014/main" id="{995EC537-7681-FC1F-80CD-307551366C31}"/>
              </a:ext>
            </a:extLst>
          </p:cNvPr>
          <p:cNvPicPr>
            <a:picLocks noChangeAspect="1"/>
          </p:cNvPicPr>
          <p:nvPr/>
        </p:nvPicPr>
        <p:blipFill>
          <a:blip r:embed="rId6"/>
          <a:stretch>
            <a:fillRect/>
          </a:stretch>
        </p:blipFill>
        <p:spPr>
          <a:xfrm>
            <a:off x="0" y="5344250"/>
            <a:ext cx="7062796" cy="3141136"/>
          </a:xfrm>
          <a:prstGeom prst="rect">
            <a:avLst/>
          </a:prstGeom>
        </p:spPr>
      </p:pic>
      <p:pic>
        <p:nvPicPr>
          <p:cNvPr id="8" name="Imagen 7">
            <a:extLst>
              <a:ext uri="{FF2B5EF4-FFF2-40B4-BE49-F238E27FC236}">
                <a16:creationId xmlns:a16="http://schemas.microsoft.com/office/drawing/2014/main" id="{95290D35-0158-22ED-F0E1-D18CC571EA0B}"/>
              </a:ext>
            </a:extLst>
          </p:cNvPr>
          <p:cNvPicPr>
            <a:picLocks noChangeAspect="1"/>
          </p:cNvPicPr>
          <p:nvPr/>
        </p:nvPicPr>
        <p:blipFill>
          <a:blip r:embed="rId7"/>
          <a:srcRect r="38626"/>
          <a:stretch>
            <a:fillRect/>
          </a:stretch>
        </p:blipFill>
        <p:spPr>
          <a:xfrm>
            <a:off x="6652995" y="4821151"/>
            <a:ext cx="4786092" cy="4235668"/>
          </a:xfrm>
          <a:prstGeom prst="rect">
            <a:avLst/>
          </a:prstGeom>
        </p:spPr>
      </p:pic>
    </p:spTree>
    <p:extLst>
      <p:ext uri="{BB962C8B-B14F-4D97-AF65-F5344CB8AC3E}">
        <p14:creationId xmlns:p14="http://schemas.microsoft.com/office/powerpoint/2010/main" val="3308397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71B5F4ED-FD0D-F3A5-DC10-B3DB985B9A6A}"/>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F51C9EFC-7E1D-6EA1-49DC-9BF5C5A0007B}"/>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077F340E-AA9E-F3AC-1A74-165EF6B0885F}"/>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9</a:t>
            </a:r>
            <a:r>
              <a:rPr lang="es-PE" sz="4400" b="0" cap="none" spc="0" noProof="0" dirty="0">
                <a:ln w="0"/>
                <a:solidFill>
                  <a:schemeClr val="tx1"/>
                </a:solidFill>
                <a:latin typeface="Sharp Grotesk Bold 15" panose="00000806000000000000" pitchFamily="50" charset="0"/>
              </a:rPr>
              <a:t>.5</a:t>
            </a:r>
          </a:p>
        </p:txBody>
      </p:sp>
      <p:pic>
        <p:nvPicPr>
          <p:cNvPr id="12" name="Imagen 11">
            <a:extLst>
              <a:ext uri="{FF2B5EF4-FFF2-40B4-BE49-F238E27FC236}">
                <a16:creationId xmlns:a16="http://schemas.microsoft.com/office/drawing/2014/main" id="{0ABB0A87-9C96-C2ED-50AE-45841334C629}"/>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D840E781-7E6C-866A-59EB-F02BB35741F8}"/>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Técnicas POO - Abstracción</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FBCF4155-47B2-FF20-0BB0-B9DDA673145F}"/>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2C1AE4FA-3E3F-3635-BCF1-DA4675DAD3C1}"/>
              </a:ext>
            </a:extLst>
          </p:cNvPr>
          <p:cNvSpPr txBox="1"/>
          <p:nvPr/>
        </p:nvSpPr>
        <p:spPr>
          <a:xfrm>
            <a:off x="454123" y="2297390"/>
            <a:ext cx="7218057" cy="1964509"/>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Abstracción:</a:t>
            </a: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Este pilar consiste en mostrar solamente las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caracteristicas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esenciales de un objeto y ocultar los detalles de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implementacion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Para implementar se hace uso de </a:t>
            </a: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Clases Abstractas </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t>
            </a:r>
            <a:r>
              <a:rPr lang="es-PE" sz="2000" i="1"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abstract</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e </a:t>
            </a:r>
            <a:r>
              <a:rPr lang="es-PE" sz="2000" b="1" noProof="0" dirty="0">
                <a:solidFill>
                  <a:schemeClr val="tx1"/>
                </a:solidFill>
                <a:latin typeface="Telegraf" panose="00000500000000000000" pitchFamily="50" charset="0"/>
                <a:ea typeface="Calibri" panose="020F0502020204030204" pitchFamily="34" charset="0"/>
                <a:cs typeface="Calibri" panose="020F0502020204030204" pitchFamily="34" charset="0"/>
              </a:rPr>
              <a:t>Interfaces</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t>
            </a:r>
            <a:r>
              <a:rPr lang="es-PE" sz="2000" i="1" noProof="0" dirty="0">
                <a:solidFill>
                  <a:schemeClr val="tx1"/>
                </a:solidFill>
                <a:latin typeface="Telegraf" panose="00000500000000000000" pitchFamily="50" charset="0"/>
                <a:ea typeface="Calibri" panose="020F0502020204030204" pitchFamily="34" charset="0"/>
                <a:cs typeface="Calibri" panose="020F0502020204030204" pitchFamily="34" charset="0"/>
              </a:rPr>
              <a:t>interface</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t>
            </a:r>
          </a:p>
        </p:txBody>
      </p:sp>
      <p:pic>
        <p:nvPicPr>
          <p:cNvPr id="8" name="Imagen 7">
            <a:extLst>
              <a:ext uri="{FF2B5EF4-FFF2-40B4-BE49-F238E27FC236}">
                <a16:creationId xmlns:a16="http://schemas.microsoft.com/office/drawing/2014/main" id="{F2DD4861-524D-5127-CE1D-7972854C1946}"/>
              </a:ext>
            </a:extLst>
          </p:cNvPr>
          <p:cNvPicPr>
            <a:picLocks noChangeAspect="1"/>
          </p:cNvPicPr>
          <p:nvPr/>
        </p:nvPicPr>
        <p:blipFill>
          <a:blip r:embed="rId5"/>
          <a:stretch>
            <a:fillRect/>
          </a:stretch>
        </p:blipFill>
        <p:spPr>
          <a:xfrm>
            <a:off x="860380" y="4584700"/>
            <a:ext cx="6405541" cy="4143518"/>
          </a:xfrm>
          <a:prstGeom prst="rect">
            <a:avLst/>
          </a:prstGeom>
        </p:spPr>
      </p:pic>
      <p:pic>
        <p:nvPicPr>
          <p:cNvPr id="10" name="Imagen 9">
            <a:extLst>
              <a:ext uri="{FF2B5EF4-FFF2-40B4-BE49-F238E27FC236}">
                <a16:creationId xmlns:a16="http://schemas.microsoft.com/office/drawing/2014/main" id="{2981DD27-B980-0EA9-3BA2-399F7A237457}"/>
              </a:ext>
            </a:extLst>
          </p:cNvPr>
          <p:cNvPicPr>
            <a:picLocks noChangeAspect="1"/>
          </p:cNvPicPr>
          <p:nvPr/>
        </p:nvPicPr>
        <p:blipFill>
          <a:blip r:embed="rId6"/>
          <a:srcRect l="32832" b="46222"/>
          <a:stretch>
            <a:fillRect/>
          </a:stretch>
        </p:blipFill>
        <p:spPr>
          <a:xfrm>
            <a:off x="8494642" y="1781391"/>
            <a:ext cx="6944141" cy="4545930"/>
          </a:xfrm>
          <a:prstGeom prst="rect">
            <a:avLst/>
          </a:prstGeom>
        </p:spPr>
      </p:pic>
    </p:spTree>
    <p:extLst>
      <p:ext uri="{BB962C8B-B14F-4D97-AF65-F5344CB8AC3E}">
        <p14:creationId xmlns:p14="http://schemas.microsoft.com/office/powerpoint/2010/main" val="10554824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65D9FB46-FC74-852D-9673-5528F52C459D}"/>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CBF12472-6E44-D6D9-4E72-63556B1B9DA7}"/>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7421EA64-2336-EC0F-C2E9-569AC5B5EC88}"/>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9</a:t>
            </a:r>
            <a:r>
              <a:rPr lang="es-PE" sz="4400" b="0" cap="none" spc="0" noProof="0" dirty="0">
                <a:ln w="0"/>
                <a:solidFill>
                  <a:schemeClr val="tx1"/>
                </a:solidFill>
                <a:latin typeface="Sharp Grotesk Bold 15" panose="00000806000000000000" pitchFamily="50" charset="0"/>
              </a:rPr>
              <a:t>.6</a:t>
            </a:r>
          </a:p>
        </p:txBody>
      </p:sp>
      <p:pic>
        <p:nvPicPr>
          <p:cNvPr id="12" name="Imagen 11">
            <a:extLst>
              <a:ext uri="{FF2B5EF4-FFF2-40B4-BE49-F238E27FC236}">
                <a16:creationId xmlns:a16="http://schemas.microsoft.com/office/drawing/2014/main" id="{EC38D3BB-60D7-259E-64E2-60FEB439A896}"/>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7EA693E2-D7B6-B88F-B7EF-AF1232A031C5}"/>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Técnicas POO </a:t>
            </a:r>
            <a:r>
              <a:rPr lang="es-PE" sz="3600" dirty="0">
                <a:ln w="0"/>
                <a:solidFill>
                  <a:schemeClr val="tx1"/>
                </a:solidFill>
                <a:latin typeface="Sharp Grotesk Bold 15" panose="00000806000000000000" pitchFamily="50" charset="0"/>
              </a:rPr>
              <a:t>- Abstracción</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33782F21-A0EE-D379-AC91-2D5CE33545CD}"/>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E4A113E9-4784-BA52-E709-AA7194AD0AEE}"/>
              </a:ext>
            </a:extLst>
          </p:cNvPr>
          <p:cNvSpPr txBox="1"/>
          <p:nvPr/>
        </p:nvSpPr>
        <p:spPr>
          <a:xfrm>
            <a:off x="454123" y="2297390"/>
            <a:ext cx="7218057" cy="1964509"/>
          </a:xfrm>
          <a:prstGeom prst="roundRect">
            <a:avLst/>
          </a:prstGeom>
          <a:solidFill>
            <a:schemeClr val="bg1"/>
          </a:solidFill>
        </p:spPr>
        <p:txBody>
          <a:bodyPr wrap="square">
            <a:spAutoFit/>
          </a:bodyPr>
          <a:lstStyle/>
          <a:p>
            <a:pPr marR="153670" algn="just">
              <a:lnSpc>
                <a:spcPct val="107000"/>
              </a:lnSpc>
              <a:spcBef>
                <a:spcPts val="430"/>
              </a:spcBef>
            </a:pPr>
            <a:r>
              <a:rPr lang="es-PE" sz="2000" b="1" dirty="0">
                <a:solidFill>
                  <a:schemeClr val="tx1"/>
                </a:solidFill>
                <a:latin typeface="Telegraf" panose="00000500000000000000"/>
                <a:ea typeface="Calibri" panose="020F0502020204030204" pitchFamily="34" charset="0"/>
                <a:cs typeface="Calibri" panose="020F0502020204030204" pitchFamily="34" charset="0"/>
              </a:rPr>
              <a:t>En la arquitectura de  capas </a:t>
            </a: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 En la vista </a:t>
            </a:r>
            <a:r>
              <a:rPr lang="es-PE" sz="2000" b="1" noProof="0" dirty="0" err="1">
                <a:solidFill>
                  <a:schemeClr val="tx1"/>
                </a:solidFill>
                <a:latin typeface="Telegraf" panose="00000500000000000000"/>
                <a:ea typeface="Calibri" panose="020F0502020204030204" pitchFamily="34" charset="0"/>
                <a:cs typeface="Calibri" panose="020F0502020204030204" pitchFamily="34" charset="0"/>
              </a:rPr>
              <a:t>login</a:t>
            </a: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 no se tiene la mínima idea de como se conecta MySQL esto debido porque esta oculto detrás del servicio ya que la base de datos esta abstracto. </a:t>
            </a: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t>
            </a:r>
          </a:p>
        </p:txBody>
      </p:sp>
      <p:pic>
        <p:nvPicPr>
          <p:cNvPr id="8" name="Imagen 7">
            <a:extLst>
              <a:ext uri="{FF2B5EF4-FFF2-40B4-BE49-F238E27FC236}">
                <a16:creationId xmlns:a16="http://schemas.microsoft.com/office/drawing/2014/main" id="{A9005752-FB3B-5450-25AF-73AB1AA9044E}"/>
              </a:ext>
            </a:extLst>
          </p:cNvPr>
          <p:cNvPicPr>
            <a:picLocks noChangeAspect="1"/>
          </p:cNvPicPr>
          <p:nvPr/>
        </p:nvPicPr>
        <p:blipFill>
          <a:blip r:embed="rId5"/>
          <a:stretch>
            <a:fillRect/>
          </a:stretch>
        </p:blipFill>
        <p:spPr>
          <a:xfrm>
            <a:off x="6520502" y="3326597"/>
            <a:ext cx="9289521" cy="2516206"/>
          </a:xfrm>
          <a:prstGeom prst="rect">
            <a:avLst/>
          </a:prstGeom>
        </p:spPr>
      </p:pic>
      <p:pic>
        <p:nvPicPr>
          <p:cNvPr id="10" name="Imagen 9">
            <a:extLst>
              <a:ext uri="{FF2B5EF4-FFF2-40B4-BE49-F238E27FC236}">
                <a16:creationId xmlns:a16="http://schemas.microsoft.com/office/drawing/2014/main" id="{02A6BF44-AA08-EB41-F7DC-679FACFD98F7}"/>
              </a:ext>
            </a:extLst>
          </p:cNvPr>
          <p:cNvPicPr>
            <a:picLocks noChangeAspect="1"/>
          </p:cNvPicPr>
          <p:nvPr/>
        </p:nvPicPr>
        <p:blipFill>
          <a:blip r:embed="rId6"/>
          <a:stretch>
            <a:fillRect/>
          </a:stretch>
        </p:blipFill>
        <p:spPr>
          <a:xfrm>
            <a:off x="248135" y="4503707"/>
            <a:ext cx="5549273" cy="2678192"/>
          </a:xfrm>
          <a:prstGeom prst="rect">
            <a:avLst/>
          </a:prstGeom>
        </p:spPr>
      </p:pic>
      <p:pic>
        <p:nvPicPr>
          <p:cNvPr id="14" name="Imagen 13">
            <a:extLst>
              <a:ext uri="{FF2B5EF4-FFF2-40B4-BE49-F238E27FC236}">
                <a16:creationId xmlns:a16="http://schemas.microsoft.com/office/drawing/2014/main" id="{C6256257-0DCB-F311-0B35-966675F3F802}"/>
              </a:ext>
            </a:extLst>
          </p:cNvPr>
          <p:cNvPicPr>
            <a:picLocks noChangeAspect="1"/>
          </p:cNvPicPr>
          <p:nvPr/>
        </p:nvPicPr>
        <p:blipFill>
          <a:blip r:embed="rId7"/>
          <a:stretch>
            <a:fillRect/>
          </a:stretch>
        </p:blipFill>
        <p:spPr>
          <a:xfrm>
            <a:off x="6056678" y="6294784"/>
            <a:ext cx="9504164" cy="1844092"/>
          </a:xfrm>
          <a:prstGeom prst="rect">
            <a:avLst/>
          </a:prstGeom>
        </p:spPr>
      </p:pic>
    </p:spTree>
    <p:extLst>
      <p:ext uri="{BB962C8B-B14F-4D97-AF65-F5344CB8AC3E}">
        <p14:creationId xmlns:p14="http://schemas.microsoft.com/office/powerpoint/2010/main" val="26830716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52D26D91-548A-E604-B0E3-8F7460E37451}"/>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3C5686DE-342B-85EC-E92B-B0742C542004}"/>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67CC2AF3-433E-D68F-D868-C2D12070FAD7}"/>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9</a:t>
            </a:r>
            <a:r>
              <a:rPr lang="es-PE" sz="4400" b="0" cap="none" spc="0" noProof="0" dirty="0">
                <a:ln w="0"/>
                <a:solidFill>
                  <a:schemeClr val="tx1"/>
                </a:solidFill>
                <a:latin typeface="Sharp Grotesk Bold 15" panose="00000806000000000000" pitchFamily="50" charset="0"/>
              </a:rPr>
              <a:t>.7</a:t>
            </a:r>
          </a:p>
        </p:txBody>
      </p:sp>
      <p:pic>
        <p:nvPicPr>
          <p:cNvPr id="12" name="Imagen 11">
            <a:extLst>
              <a:ext uri="{FF2B5EF4-FFF2-40B4-BE49-F238E27FC236}">
                <a16:creationId xmlns:a16="http://schemas.microsoft.com/office/drawing/2014/main" id="{7CDB0BB1-8668-81A3-5A14-2F0E94D11348}"/>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F2FBBAAD-D1C8-465A-9C45-52ED827C0922}"/>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Técnicas POO </a:t>
            </a:r>
            <a:r>
              <a:rPr lang="es-PE" sz="3600" dirty="0">
                <a:ln w="0"/>
                <a:solidFill>
                  <a:schemeClr val="tx1"/>
                </a:solidFill>
                <a:latin typeface="Sharp Grotesk Bold 15" panose="00000806000000000000" pitchFamily="50" charset="0"/>
              </a:rPr>
              <a:t>- Abstracción</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EE420D0D-FC54-FF16-C0F5-D09540C4379E}"/>
              </a:ext>
            </a:extLst>
          </p:cNvPr>
          <p:cNvSpPr/>
          <p:nvPr/>
        </p:nvSpPr>
        <p:spPr>
          <a:xfrm>
            <a:off x="-11135" y="1906508"/>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A707B2F1-99E2-6DA8-60E0-83958DF09B74}"/>
              </a:ext>
            </a:extLst>
          </p:cNvPr>
          <p:cNvSpPr txBox="1"/>
          <p:nvPr/>
        </p:nvSpPr>
        <p:spPr>
          <a:xfrm>
            <a:off x="454123" y="2297390"/>
            <a:ext cx="7218057" cy="1964509"/>
          </a:xfrm>
          <a:prstGeom prst="roundRect">
            <a:avLst/>
          </a:prstGeom>
          <a:solidFill>
            <a:schemeClr val="bg1"/>
          </a:solidFill>
        </p:spPr>
        <p:txBody>
          <a:bodyPr wrap="square">
            <a:spAutoFit/>
          </a:bodyPr>
          <a:lstStyle/>
          <a:p>
            <a:pPr marR="153670" algn="just">
              <a:lnSpc>
                <a:spcPct val="107000"/>
              </a:lnSpc>
              <a:spcBef>
                <a:spcPts val="430"/>
              </a:spcBef>
            </a:pPr>
            <a:r>
              <a:rPr lang="es-PE" sz="2000" b="1" dirty="0">
                <a:solidFill>
                  <a:schemeClr val="tx1"/>
                </a:solidFill>
                <a:latin typeface="Telegraf" panose="00000500000000000000"/>
                <a:ea typeface="Calibri" panose="020F0502020204030204" pitchFamily="34" charset="0"/>
                <a:cs typeface="Calibri" panose="020F0502020204030204" pitchFamily="34" charset="0"/>
              </a:rPr>
              <a:t>En la arquitectura de  capas </a:t>
            </a: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 En la vista </a:t>
            </a:r>
            <a:r>
              <a:rPr lang="es-PE" sz="2000" b="1" noProof="0" dirty="0" err="1">
                <a:solidFill>
                  <a:schemeClr val="tx1"/>
                </a:solidFill>
                <a:latin typeface="Telegraf" panose="00000500000000000000"/>
                <a:ea typeface="Calibri" panose="020F0502020204030204" pitchFamily="34" charset="0"/>
                <a:cs typeface="Calibri" panose="020F0502020204030204" pitchFamily="34" charset="0"/>
              </a:rPr>
              <a:t>login</a:t>
            </a: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 no se tiene la mínima idea de como se conecta MySQL esto debido porque esta oculto detrás del servicio ya que la base de datos esta abstracto. </a:t>
            </a: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a:t>
            </a:r>
          </a:p>
        </p:txBody>
      </p:sp>
      <p:pic>
        <p:nvPicPr>
          <p:cNvPr id="4" name="Imagen 3">
            <a:extLst>
              <a:ext uri="{FF2B5EF4-FFF2-40B4-BE49-F238E27FC236}">
                <a16:creationId xmlns:a16="http://schemas.microsoft.com/office/drawing/2014/main" id="{83904788-C5B5-09C1-2B09-AF4076DA03DB}"/>
              </a:ext>
            </a:extLst>
          </p:cNvPr>
          <p:cNvPicPr>
            <a:picLocks noChangeAspect="1"/>
          </p:cNvPicPr>
          <p:nvPr/>
        </p:nvPicPr>
        <p:blipFill>
          <a:blip r:embed="rId5"/>
          <a:stretch>
            <a:fillRect/>
          </a:stretch>
        </p:blipFill>
        <p:spPr>
          <a:xfrm>
            <a:off x="8708698" y="3680531"/>
            <a:ext cx="5176678" cy="4047219"/>
          </a:xfrm>
          <a:prstGeom prst="rect">
            <a:avLst/>
          </a:prstGeom>
        </p:spPr>
      </p:pic>
      <p:pic>
        <p:nvPicPr>
          <p:cNvPr id="9" name="Imagen 8">
            <a:extLst>
              <a:ext uri="{FF2B5EF4-FFF2-40B4-BE49-F238E27FC236}">
                <a16:creationId xmlns:a16="http://schemas.microsoft.com/office/drawing/2014/main" id="{79677A61-2049-2DCB-8D23-A03D6151A78C}"/>
              </a:ext>
            </a:extLst>
          </p:cNvPr>
          <p:cNvPicPr>
            <a:picLocks noChangeAspect="1"/>
          </p:cNvPicPr>
          <p:nvPr/>
        </p:nvPicPr>
        <p:blipFill>
          <a:blip r:embed="rId6"/>
          <a:stretch>
            <a:fillRect/>
          </a:stretch>
        </p:blipFill>
        <p:spPr>
          <a:xfrm>
            <a:off x="698824" y="4802218"/>
            <a:ext cx="6973356" cy="2925532"/>
          </a:xfrm>
          <a:prstGeom prst="rect">
            <a:avLst/>
          </a:prstGeom>
        </p:spPr>
      </p:pic>
    </p:spTree>
    <p:extLst>
      <p:ext uri="{BB962C8B-B14F-4D97-AF65-F5344CB8AC3E}">
        <p14:creationId xmlns:p14="http://schemas.microsoft.com/office/powerpoint/2010/main" val="2222210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2A3E49F2-1365-8C0F-3F9F-70D1DE4CA435}"/>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1F61F554-426D-A87A-1978-CB090365BAE8}"/>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AD7C7500-931E-06AF-58D0-C8A86B8909D4}"/>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PE" sz="5400" noProof="0" dirty="0">
                <a:ln w="0"/>
                <a:solidFill>
                  <a:prstClr val="black"/>
                </a:solidFill>
                <a:latin typeface="Sharp Grotesk Bold 15" panose="00000806000000000000" pitchFamily="50" charset="0"/>
              </a:rPr>
              <a:t>BASE DE DATOS</a:t>
            </a:r>
            <a:endPar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sp>
        <p:nvSpPr>
          <p:cNvPr id="22" name="Rectángulo 21">
            <a:extLst>
              <a:ext uri="{FF2B5EF4-FFF2-40B4-BE49-F238E27FC236}">
                <a16:creationId xmlns:a16="http://schemas.microsoft.com/office/drawing/2014/main" id="{F4619019-66F0-2397-5037-1A8C5C6320AF}"/>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10</a:t>
            </a:r>
          </a:p>
        </p:txBody>
      </p:sp>
      <p:pic>
        <p:nvPicPr>
          <p:cNvPr id="12" name="Imagen 11">
            <a:extLst>
              <a:ext uri="{FF2B5EF4-FFF2-40B4-BE49-F238E27FC236}">
                <a16:creationId xmlns:a16="http://schemas.microsoft.com/office/drawing/2014/main" id="{D2B00201-CB17-36EA-F7BC-56335E73C196}"/>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4141137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1357EF12-B438-D073-DAE8-6EFA2C6B912C}"/>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0893A1B8-904B-669A-B4EC-E1854EB1119D}"/>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C0C1E52B-33FB-AE26-1441-95E169E2A44F}"/>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10.1</a:t>
            </a:r>
          </a:p>
        </p:txBody>
      </p:sp>
      <p:pic>
        <p:nvPicPr>
          <p:cNvPr id="12" name="Imagen 11">
            <a:extLst>
              <a:ext uri="{FF2B5EF4-FFF2-40B4-BE49-F238E27FC236}">
                <a16:creationId xmlns:a16="http://schemas.microsoft.com/office/drawing/2014/main" id="{EE79DF9D-88B1-161A-1E82-27A0BFB78687}"/>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51F4DB3B-6621-58F7-C82E-7C78DCA959B2}"/>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Base de datos - MySQL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FC25E4AB-0F42-13E7-A179-76AFF93CAC37}"/>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3E0AB708-F156-8057-9560-AB4315B8B744}"/>
              </a:ext>
            </a:extLst>
          </p:cNvPr>
          <p:cNvSpPr txBox="1"/>
          <p:nvPr/>
        </p:nvSpPr>
        <p:spPr>
          <a:xfrm>
            <a:off x="454123" y="1898020"/>
            <a:ext cx="7218057" cy="1964509"/>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Introducción:</a:t>
            </a: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El Proyecto presente específicamente para la base de datos ha sido desarrollado con MySQL para mantener de forma ordenada los datos, y con ellos reducir errores o evitando duplicidad de los datos.</a:t>
            </a:r>
          </a:p>
        </p:txBody>
      </p:sp>
      <p:pic>
        <p:nvPicPr>
          <p:cNvPr id="3" name="Imagen 2" descr="El sistema de gestión introducción - YouTube">
            <a:extLst>
              <a:ext uri="{FF2B5EF4-FFF2-40B4-BE49-F238E27FC236}">
                <a16:creationId xmlns:a16="http://schemas.microsoft.com/office/drawing/2014/main" id="{55151825-4EF6-4A31-1E81-BAAEEDC70F4E}"/>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7" name="Imagen 6" descr="MySQL - sistema de gestión de datos">
            <a:extLst>
              <a:ext uri="{FF2B5EF4-FFF2-40B4-BE49-F238E27FC236}">
                <a16:creationId xmlns:a16="http://schemas.microsoft.com/office/drawing/2014/main" id="{4A6E69AB-DE4F-9614-38BD-F368740040D9}"/>
              </a:ext>
            </a:extLst>
          </p:cNvPr>
          <p:cNvPicPr>
            <a:picLocks noChangeAspect="1"/>
          </p:cNvPicPr>
          <p:nvPr/>
        </p:nvPicPr>
        <p:blipFill>
          <a:blip r:embed="rId6"/>
          <a:srcRect t="11549" b="8309"/>
          <a:stretch>
            <a:fillRect/>
          </a:stretch>
        </p:blipFill>
        <p:spPr>
          <a:xfrm>
            <a:off x="10289331" y="5492095"/>
            <a:ext cx="3083769" cy="3494483"/>
          </a:xfrm>
          <a:prstGeom prst="rect">
            <a:avLst/>
          </a:prstGeom>
        </p:spPr>
      </p:pic>
      <p:pic>
        <p:nvPicPr>
          <p:cNvPr id="9" name="Imagen 8">
            <a:extLst>
              <a:ext uri="{FF2B5EF4-FFF2-40B4-BE49-F238E27FC236}">
                <a16:creationId xmlns:a16="http://schemas.microsoft.com/office/drawing/2014/main" id="{AF29CAE0-F569-ED5C-C8B1-C301D6292B0E}"/>
              </a:ext>
            </a:extLst>
          </p:cNvPr>
          <p:cNvPicPr>
            <a:picLocks noChangeAspect="1"/>
          </p:cNvPicPr>
          <p:nvPr/>
        </p:nvPicPr>
        <p:blipFill>
          <a:blip r:embed="rId7"/>
          <a:stretch>
            <a:fillRect/>
          </a:stretch>
        </p:blipFill>
        <p:spPr>
          <a:xfrm>
            <a:off x="126170" y="4080747"/>
            <a:ext cx="8106374" cy="4943588"/>
          </a:xfrm>
          <a:prstGeom prst="rect">
            <a:avLst/>
          </a:prstGeom>
        </p:spPr>
      </p:pic>
    </p:spTree>
    <p:extLst>
      <p:ext uri="{BB962C8B-B14F-4D97-AF65-F5344CB8AC3E}">
        <p14:creationId xmlns:p14="http://schemas.microsoft.com/office/powerpoint/2010/main" val="6982085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CAE5BBDE-2ED5-42AA-5238-1DC9D08B3667}"/>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61F023C3-08E5-51DC-FFDB-A8290C099F46}"/>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8853496F-D615-FA39-28A9-8289270F1C64}"/>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10.2</a:t>
            </a:r>
          </a:p>
        </p:txBody>
      </p:sp>
      <p:pic>
        <p:nvPicPr>
          <p:cNvPr id="12" name="Imagen 11">
            <a:extLst>
              <a:ext uri="{FF2B5EF4-FFF2-40B4-BE49-F238E27FC236}">
                <a16:creationId xmlns:a16="http://schemas.microsoft.com/office/drawing/2014/main" id="{30784707-7B6A-057A-EEAF-A990CA08FEC9}"/>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AB4A3904-15CB-71D5-E801-8939D644A958}"/>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Base de datos - MySQL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B1310601-D76D-8F6B-2796-8B8185C7FEEA}"/>
              </a:ext>
            </a:extLst>
          </p:cNvPr>
          <p:cNvSpPr/>
          <p:nvPr/>
        </p:nvSpPr>
        <p:spPr>
          <a:xfrm>
            <a:off x="-11135" y="1814790"/>
            <a:ext cx="16123842"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53D80D72-35C0-9B9F-A6D0-D201B179BE8D}"/>
              </a:ext>
            </a:extLst>
          </p:cNvPr>
          <p:cNvSpPr txBox="1"/>
          <p:nvPr/>
        </p:nvSpPr>
        <p:spPr>
          <a:xfrm>
            <a:off x="454123" y="1898020"/>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Creación de la base de datos y Tablas en MySQL</a:t>
            </a:r>
            <a:endPar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endParaRPr>
          </a:p>
        </p:txBody>
      </p:sp>
      <p:pic>
        <p:nvPicPr>
          <p:cNvPr id="7" name="Imagen 6" descr="MySQL - sistema de gestión de datos">
            <a:extLst>
              <a:ext uri="{FF2B5EF4-FFF2-40B4-BE49-F238E27FC236}">
                <a16:creationId xmlns:a16="http://schemas.microsoft.com/office/drawing/2014/main" id="{3689E596-5C48-C974-BC6D-4F9B6C1125AE}"/>
              </a:ext>
            </a:extLst>
          </p:cNvPr>
          <p:cNvPicPr>
            <a:picLocks noChangeAspect="1"/>
          </p:cNvPicPr>
          <p:nvPr/>
        </p:nvPicPr>
        <p:blipFill>
          <a:blip r:embed="rId5"/>
          <a:srcRect t="11549" b="8309"/>
          <a:stretch>
            <a:fillRect/>
          </a:stretch>
        </p:blipFill>
        <p:spPr>
          <a:xfrm>
            <a:off x="12185033" y="90985"/>
            <a:ext cx="1941786" cy="2200404"/>
          </a:xfrm>
          <a:prstGeom prst="rect">
            <a:avLst/>
          </a:prstGeom>
        </p:spPr>
      </p:pic>
      <p:pic>
        <p:nvPicPr>
          <p:cNvPr id="9" name="Imagen 8">
            <a:extLst>
              <a:ext uri="{FF2B5EF4-FFF2-40B4-BE49-F238E27FC236}">
                <a16:creationId xmlns:a16="http://schemas.microsoft.com/office/drawing/2014/main" id="{FAB85E3D-E26C-A0BB-1F32-462CD40B94DC}"/>
              </a:ext>
            </a:extLst>
          </p:cNvPr>
          <p:cNvPicPr>
            <a:picLocks noChangeAspect="1"/>
          </p:cNvPicPr>
          <p:nvPr/>
        </p:nvPicPr>
        <p:blipFill>
          <a:blip r:embed="rId6"/>
          <a:srcRect l="16528" t="15095" r="46171" b="27094"/>
          <a:stretch>
            <a:fillRect/>
          </a:stretch>
        </p:blipFill>
        <p:spPr>
          <a:xfrm>
            <a:off x="3521493" y="2685844"/>
            <a:ext cx="7371794" cy="5822052"/>
          </a:xfrm>
          <a:prstGeom prst="rect">
            <a:avLst/>
          </a:prstGeom>
        </p:spPr>
      </p:pic>
    </p:spTree>
    <p:extLst>
      <p:ext uri="{BB962C8B-B14F-4D97-AF65-F5344CB8AC3E}">
        <p14:creationId xmlns:p14="http://schemas.microsoft.com/office/powerpoint/2010/main" val="35120724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66DCF865-6A78-D3BF-BDA9-D3ABD7516A80}"/>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A130F794-2CC8-12B4-4703-CA770CDF4A40}"/>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D1C79E4E-1984-4671-F5B1-46FD7EFA0529}"/>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10.3</a:t>
            </a:r>
          </a:p>
        </p:txBody>
      </p:sp>
      <p:pic>
        <p:nvPicPr>
          <p:cNvPr id="12" name="Imagen 11">
            <a:extLst>
              <a:ext uri="{FF2B5EF4-FFF2-40B4-BE49-F238E27FC236}">
                <a16:creationId xmlns:a16="http://schemas.microsoft.com/office/drawing/2014/main" id="{3B9D1D40-E6A7-6E8B-F499-D9BC28876368}"/>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2E2068A2-FACD-CFC3-3362-752A647C2756}"/>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Base de datos - MySQL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3959C1A1-7029-0C4A-E8ED-D74B88402848}"/>
              </a:ext>
            </a:extLst>
          </p:cNvPr>
          <p:cNvSpPr/>
          <p:nvPr/>
        </p:nvSpPr>
        <p:spPr>
          <a:xfrm>
            <a:off x="-11135" y="1814790"/>
            <a:ext cx="16123842"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8A76B22B-2A52-8ED2-4207-569268129D17}"/>
              </a:ext>
            </a:extLst>
          </p:cNvPr>
          <p:cNvSpPr txBox="1"/>
          <p:nvPr/>
        </p:nvSpPr>
        <p:spPr>
          <a:xfrm>
            <a:off x="454123" y="1898020"/>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Tablas creadas en MySQL</a:t>
            </a:r>
            <a:endPar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endParaRPr>
          </a:p>
        </p:txBody>
      </p:sp>
      <p:pic>
        <p:nvPicPr>
          <p:cNvPr id="7" name="Imagen 6" descr="MySQL - sistema de gestión de datos">
            <a:extLst>
              <a:ext uri="{FF2B5EF4-FFF2-40B4-BE49-F238E27FC236}">
                <a16:creationId xmlns:a16="http://schemas.microsoft.com/office/drawing/2014/main" id="{22DC98AA-C508-5E43-9862-BF5B35C0F892}"/>
              </a:ext>
            </a:extLst>
          </p:cNvPr>
          <p:cNvPicPr>
            <a:picLocks noChangeAspect="1"/>
          </p:cNvPicPr>
          <p:nvPr/>
        </p:nvPicPr>
        <p:blipFill>
          <a:blip r:embed="rId5"/>
          <a:srcRect t="11549" b="8309"/>
          <a:stretch>
            <a:fillRect/>
          </a:stretch>
        </p:blipFill>
        <p:spPr>
          <a:xfrm>
            <a:off x="12185033" y="90985"/>
            <a:ext cx="1941786" cy="2200404"/>
          </a:xfrm>
          <a:prstGeom prst="rect">
            <a:avLst/>
          </a:prstGeom>
        </p:spPr>
      </p:pic>
      <p:pic>
        <p:nvPicPr>
          <p:cNvPr id="4" name="Imagen 3">
            <a:extLst>
              <a:ext uri="{FF2B5EF4-FFF2-40B4-BE49-F238E27FC236}">
                <a16:creationId xmlns:a16="http://schemas.microsoft.com/office/drawing/2014/main" id="{9B681721-747B-83F4-B805-A27FDD2D24E0}"/>
              </a:ext>
            </a:extLst>
          </p:cNvPr>
          <p:cNvPicPr>
            <a:picLocks noChangeAspect="1"/>
          </p:cNvPicPr>
          <p:nvPr/>
        </p:nvPicPr>
        <p:blipFill>
          <a:blip r:embed="rId6"/>
          <a:srcRect r="13796"/>
          <a:stretch>
            <a:fillRect/>
          </a:stretch>
        </p:blipFill>
        <p:spPr>
          <a:xfrm>
            <a:off x="8050786" y="2519730"/>
            <a:ext cx="7477230" cy="6104814"/>
          </a:xfrm>
          <a:prstGeom prst="rect">
            <a:avLst/>
          </a:prstGeom>
        </p:spPr>
      </p:pic>
      <p:pic>
        <p:nvPicPr>
          <p:cNvPr id="10" name="Imagen 9">
            <a:extLst>
              <a:ext uri="{FF2B5EF4-FFF2-40B4-BE49-F238E27FC236}">
                <a16:creationId xmlns:a16="http://schemas.microsoft.com/office/drawing/2014/main" id="{BB01328F-BD79-C9AD-4885-3EE934A071A9}"/>
              </a:ext>
            </a:extLst>
          </p:cNvPr>
          <p:cNvPicPr>
            <a:picLocks noChangeAspect="1"/>
          </p:cNvPicPr>
          <p:nvPr/>
        </p:nvPicPr>
        <p:blipFill>
          <a:blip r:embed="rId7"/>
          <a:stretch>
            <a:fillRect/>
          </a:stretch>
        </p:blipFill>
        <p:spPr>
          <a:xfrm>
            <a:off x="168693" y="2566574"/>
            <a:ext cx="7721079" cy="6116700"/>
          </a:xfrm>
          <a:prstGeom prst="rect">
            <a:avLst/>
          </a:prstGeom>
        </p:spPr>
      </p:pic>
    </p:spTree>
    <p:extLst>
      <p:ext uri="{BB962C8B-B14F-4D97-AF65-F5344CB8AC3E}">
        <p14:creationId xmlns:p14="http://schemas.microsoft.com/office/powerpoint/2010/main" val="7890305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608F083A-4BB5-C3A9-72CC-141F5CC69E4A}"/>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A0CF7D07-4AA3-9565-77F0-81F026D918D3}"/>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44F42E6C-F7E3-1D7D-24B3-2DB68148EF8B}"/>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b="0" cap="none" spc="0" noProof="0" dirty="0">
                <a:ln w="0"/>
                <a:solidFill>
                  <a:schemeClr val="tx1"/>
                </a:solidFill>
                <a:latin typeface="Sharp Grotesk Bold 15" panose="00000806000000000000" pitchFamily="50" charset="0"/>
              </a:rPr>
              <a:t>10.4</a:t>
            </a:r>
          </a:p>
        </p:txBody>
      </p:sp>
      <p:pic>
        <p:nvPicPr>
          <p:cNvPr id="12" name="Imagen 11">
            <a:extLst>
              <a:ext uri="{FF2B5EF4-FFF2-40B4-BE49-F238E27FC236}">
                <a16:creationId xmlns:a16="http://schemas.microsoft.com/office/drawing/2014/main" id="{BC72FE21-2A26-EEC0-F274-8CE3CA5F2799}"/>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7EF85EA9-3C95-91EE-9B46-8F9B7FE794BA}"/>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Base de datos - MySQL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C23B11DA-A789-81A5-F70E-F8A219C7856E}"/>
              </a:ext>
            </a:extLst>
          </p:cNvPr>
          <p:cNvSpPr/>
          <p:nvPr/>
        </p:nvSpPr>
        <p:spPr>
          <a:xfrm>
            <a:off x="-11135" y="1814790"/>
            <a:ext cx="16123842"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A6EE30F4-521A-848C-0992-5C2980142756}"/>
              </a:ext>
            </a:extLst>
          </p:cNvPr>
          <p:cNvSpPr txBox="1"/>
          <p:nvPr/>
        </p:nvSpPr>
        <p:spPr>
          <a:xfrm>
            <a:off x="454123" y="1898020"/>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Ingreso de datos en MySQL</a:t>
            </a:r>
            <a:endPar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endParaRPr>
          </a:p>
        </p:txBody>
      </p:sp>
      <p:pic>
        <p:nvPicPr>
          <p:cNvPr id="7" name="Imagen 6" descr="MySQL - sistema de gestión de datos">
            <a:extLst>
              <a:ext uri="{FF2B5EF4-FFF2-40B4-BE49-F238E27FC236}">
                <a16:creationId xmlns:a16="http://schemas.microsoft.com/office/drawing/2014/main" id="{81C619DD-F702-7103-69E2-4FF59A75736B}"/>
              </a:ext>
            </a:extLst>
          </p:cNvPr>
          <p:cNvPicPr>
            <a:picLocks noChangeAspect="1"/>
          </p:cNvPicPr>
          <p:nvPr/>
        </p:nvPicPr>
        <p:blipFill>
          <a:blip r:embed="rId5"/>
          <a:srcRect t="11549" b="8309"/>
          <a:stretch>
            <a:fillRect/>
          </a:stretch>
        </p:blipFill>
        <p:spPr>
          <a:xfrm>
            <a:off x="12185033" y="90985"/>
            <a:ext cx="1941786" cy="2200404"/>
          </a:xfrm>
          <a:prstGeom prst="rect">
            <a:avLst/>
          </a:prstGeom>
        </p:spPr>
      </p:pic>
      <p:pic>
        <p:nvPicPr>
          <p:cNvPr id="8" name="Imagen 7">
            <a:extLst>
              <a:ext uri="{FF2B5EF4-FFF2-40B4-BE49-F238E27FC236}">
                <a16:creationId xmlns:a16="http://schemas.microsoft.com/office/drawing/2014/main" id="{DC642143-2742-8931-DEE3-FB82DE3684FE}"/>
              </a:ext>
            </a:extLst>
          </p:cNvPr>
          <p:cNvPicPr>
            <a:picLocks noChangeAspect="1"/>
          </p:cNvPicPr>
          <p:nvPr/>
        </p:nvPicPr>
        <p:blipFill>
          <a:blip r:embed="rId6"/>
          <a:srcRect r="10633" b="23700"/>
          <a:stretch>
            <a:fillRect/>
          </a:stretch>
        </p:blipFill>
        <p:spPr>
          <a:xfrm>
            <a:off x="168693" y="2514277"/>
            <a:ext cx="6980347" cy="4306768"/>
          </a:xfrm>
          <a:prstGeom prst="rect">
            <a:avLst/>
          </a:prstGeom>
        </p:spPr>
      </p:pic>
      <p:pic>
        <p:nvPicPr>
          <p:cNvPr id="10" name="Imagen 9">
            <a:extLst>
              <a:ext uri="{FF2B5EF4-FFF2-40B4-BE49-F238E27FC236}">
                <a16:creationId xmlns:a16="http://schemas.microsoft.com/office/drawing/2014/main" id="{2368AF79-DAFB-9496-2832-F21F1CB4B080}"/>
              </a:ext>
            </a:extLst>
          </p:cNvPr>
          <p:cNvPicPr>
            <a:picLocks noChangeAspect="1"/>
          </p:cNvPicPr>
          <p:nvPr/>
        </p:nvPicPr>
        <p:blipFill>
          <a:blip r:embed="rId7"/>
          <a:stretch>
            <a:fillRect/>
          </a:stretch>
        </p:blipFill>
        <p:spPr>
          <a:xfrm>
            <a:off x="7328868" y="2432023"/>
            <a:ext cx="8630518" cy="6596742"/>
          </a:xfrm>
          <a:prstGeom prst="rect">
            <a:avLst/>
          </a:prstGeom>
        </p:spPr>
      </p:pic>
    </p:spTree>
    <p:extLst>
      <p:ext uri="{BB962C8B-B14F-4D97-AF65-F5344CB8AC3E}">
        <p14:creationId xmlns:p14="http://schemas.microsoft.com/office/powerpoint/2010/main" val="1624890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648A8293-4858-AFF2-2591-5F3CD24DD87C}"/>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687FCFC8-055F-5279-594C-DF1FDC9D6D42}"/>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16BF52EE-3D8B-F7A4-72A4-6CFE05737006}"/>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CRUD</a:t>
            </a:r>
          </a:p>
        </p:txBody>
      </p:sp>
      <p:sp>
        <p:nvSpPr>
          <p:cNvPr id="22" name="Rectángulo 21">
            <a:extLst>
              <a:ext uri="{FF2B5EF4-FFF2-40B4-BE49-F238E27FC236}">
                <a16:creationId xmlns:a16="http://schemas.microsoft.com/office/drawing/2014/main" id="{9D72D7A8-02E9-F28E-A977-D31265E03A80}"/>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PE" sz="23900" noProof="0" dirty="0">
                <a:ln w="0"/>
                <a:solidFill>
                  <a:prstClr val="black"/>
                </a:solidFill>
                <a:latin typeface="Sharp Grotesk Bold 15" panose="00000806000000000000" pitchFamily="50" charset="0"/>
              </a:rPr>
              <a:t>11</a:t>
            </a:r>
            <a:endPar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pic>
        <p:nvPicPr>
          <p:cNvPr id="12" name="Imagen 11">
            <a:extLst>
              <a:ext uri="{FF2B5EF4-FFF2-40B4-BE49-F238E27FC236}">
                <a16:creationId xmlns:a16="http://schemas.microsoft.com/office/drawing/2014/main" id="{B749ED5F-B677-F4F5-0109-3E895747B658}"/>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23334902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DF3FAEC3-42E1-F541-A042-5C168501DEE0}"/>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AF85B8B7-1315-165C-5878-2475084C5CB1}"/>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FB1619E4-BDF0-1BEA-E84A-7962E917E3A5}"/>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11</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B7F2717A-6A55-D3DC-0067-EDA4F0A002DB}"/>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E4B2685C-A673-C323-0B45-7D0EBBBEFE61}"/>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CRUD -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FAAE1138-14F6-F79C-C85B-8E9D598C4C37}"/>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B1938AD0-59BB-9E75-27AD-3A66A5BFD444}"/>
              </a:ext>
            </a:extLst>
          </p:cNvPr>
          <p:cNvSpPr txBox="1"/>
          <p:nvPr/>
        </p:nvSpPr>
        <p:spPr>
          <a:xfrm>
            <a:off x="454123" y="2297390"/>
            <a:ext cx="7218057" cy="2693220"/>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CRUD:</a:t>
            </a: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Estas operaciones básicas que son Crear, Leer, Actualizar y Eliminar son fundamentales para la implementación del sistema debido a que esas operaciones son las acciones mas comunes y utilizadas con mas frecuencias en la mayoría de sistema especialmente en sistemas donde interviene las técnicas de POO.</a:t>
            </a:r>
          </a:p>
        </p:txBody>
      </p:sp>
      <p:pic>
        <p:nvPicPr>
          <p:cNvPr id="3" name="Imagen 2" descr="El sistema de gestión introducción - YouTube">
            <a:extLst>
              <a:ext uri="{FF2B5EF4-FFF2-40B4-BE49-F238E27FC236}">
                <a16:creationId xmlns:a16="http://schemas.microsoft.com/office/drawing/2014/main" id="{528865F6-9C93-86BD-A599-B5B9A42BBE85}"/>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10" name="Imagen 9">
            <a:extLst>
              <a:ext uri="{FF2B5EF4-FFF2-40B4-BE49-F238E27FC236}">
                <a16:creationId xmlns:a16="http://schemas.microsoft.com/office/drawing/2014/main" id="{241FC5A4-CF6A-CB9C-B830-8CCFACE54713}"/>
              </a:ext>
            </a:extLst>
          </p:cNvPr>
          <p:cNvPicPr>
            <a:picLocks noChangeAspect="1"/>
          </p:cNvPicPr>
          <p:nvPr/>
        </p:nvPicPr>
        <p:blipFill>
          <a:blip r:embed="rId6"/>
          <a:stretch>
            <a:fillRect/>
          </a:stretch>
        </p:blipFill>
        <p:spPr>
          <a:xfrm>
            <a:off x="9349531" y="5248204"/>
            <a:ext cx="5420569" cy="3212189"/>
          </a:xfrm>
          <a:prstGeom prst="rect">
            <a:avLst/>
          </a:prstGeom>
        </p:spPr>
      </p:pic>
      <p:pic>
        <p:nvPicPr>
          <p:cNvPr id="18" name="Imagen 17">
            <a:extLst>
              <a:ext uri="{FF2B5EF4-FFF2-40B4-BE49-F238E27FC236}">
                <a16:creationId xmlns:a16="http://schemas.microsoft.com/office/drawing/2014/main" id="{A5481D00-9C78-5D67-2BDB-FD3ACD4041C8}"/>
              </a:ext>
            </a:extLst>
          </p:cNvPr>
          <p:cNvPicPr>
            <a:picLocks noChangeAspect="1"/>
          </p:cNvPicPr>
          <p:nvPr/>
        </p:nvPicPr>
        <p:blipFill>
          <a:blip r:embed="rId7"/>
          <a:stretch>
            <a:fillRect/>
          </a:stretch>
        </p:blipFill>
        <p:spPr>
          <a:xfrm>
            <a:off x="12332127" y="0"/>
            <a:ext cx="1815674" cy="1445815"/>
          </a:xfrm>
          <a:prstGeom prst="rect">
            <a:avLst/>
          </a:prstGeom>
        </p:spPr>
      </p:pic>
    </p:spTree>
    <p:extLst>
      <p:ext uri="{BB962C8B-B14F-4D97-AF65-F5344CB8AC3E}">
        <p14:creationId xmlns:p14="http://schemas.microsoft.com/office/powerpoint/2010/main" val="10219761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76A8CD89-EC15-62FF-44FC-6864091FEF1D}"/>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CE88F3CE-D31B-0DF2-52F5-7F547543DE7C}"/>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0AB67BB3-78E1-E3B7-8BE8-8E06548774FF}"/>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11</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7E8350FB-7D9C-0FDD-102C-C58CAA6AA77A}"/>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F16ED0CE-FA0E-BD10-1661-F1B311035850}"/>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CRUD -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8C333E6E-27F6-5BDA-CE9D-B8A158F2D648}"/>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ABD77D4B-6F69-1823-D66F-D96B11814D45}"/>
              </a:ext>
            </a:extLst>
          </p:cNvPr>
          <p:cNvSpPr txBox="1"/>
          <p:nvPr/>
        </p:nvSpPr>
        <p:spPr>
          <a:xfrm>
            <a:off x="454123" y="2297390"/>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CRUD:</a:t>
            </a:r>
          </a:p>
        </p:txBody>
      </p:sp>
      <p:pic>
        <p:nvPicPr>
          <p:cNvPr id="3" name="Imagen 2" descr="El sistema de gestión introducción - YouTube">
            <a:extLst>
              <a:ext uri="{FF2B5EF4-FFF2-40B4-BE49-F238E27FC236}">
                <a16:creationId xmlns:a16="http://schemas.microsoft.com/office/drawing/2014/main" id="{E44F33AB-7E4A-4D60-09A1-D61F3EB9E029}"/>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10" name="Imagen 9">
            <a:extLst>
              <a:ext uri="{FF2B5EF4-FFF2-40B4-BE49-F238E27FC236}">
                <a16:creationId xmlns:a16="http://schemas.microsoft.com/office/drawing/2014/main" id="{CED23C2F-DD87-FAF9-5131-D42EA30ED021}"/>
              </a:ext>
            </a:extLst>
          </p:cNvPr>
          <p:cNvPicPr>
            <a:picLocks noChangeAspect="1"/>
          </p:cNvPicPr>
          <p:nvPr/>
        </p:nvPicPr>
        <p:blipFill>
          <a:blip r:embed="rId6"/>
          <a:stretch>
            <a:fillRect/>
          </a:stretch>
        </p:blipFill>
        <p:spPr>
          <a:xfrm>
            <a:off x="9349531" y="5248204"/>
            <a:ext cx="5420569" cy="3212189"/>
          </a:xfrm>
          <a:prstGeom prst="rect">
            <a:avLst/>
          </a:prstGeom>
        </p:spPr>
      </p:pic>
      <p:pic>
        <p:nvPicPr>
          <p:cNvPr id="18" name="Imagen 17">
            <a:extLst>
              <a:ext uri="{FF2B5EF4-FFF2-40B4-BE49-F238E27FC236}">
                <a16:creationId xmlns:a16="http://schemas.microsoft.com/office/drawing/2014/main" id="{031A2BC0-D418-C5BF-8E53-124D4691B625}"/>
              </a:ext>
            </a:extLst>
          </p:cNvPr>
          <p:cNvPicPr>
            <a:picLocks noChangeAspect="1"/>
          </p:cNvPicPr>
          <p:nvPr/>
        </p:nvPicPr>
        <p:blipFill>
          <a:blip r:embed="rId7"/>
          <a:stretch>
            <a:fillRect/>
          </a:stretch>
        </p:blipFill>
        <p:spPr>
          <a:xfrm>
            <a:off x="12332127" y="0"/>
            <a:ext cx="1815674" cy="1445815"/>
          </a:xfrm>
          <a:prstGeom prst="rect">
            <a:avLst/>
          </a:prstGeom>
        </p:spPr>
      </p:pic>
      <p:pic>
        <p:nvPicPr>
          <p:cNvPr id="7" name="Imagen 6">
            <a:extLst>
              <a:ext uri="{FF2B5EF4-FFF2-40B4-BE49-F238E27FC236}">
                <a16:creationId xmlns:a16="http://schemas.microsoft.com/office/drawing/2014/main" id="{933F8FCB-1548-2BEC-35E4-6170E26A3FD8}"/>
              </a:ext>
            </a:extLst>
          </p:cNvPr>
          <p:cNvPicPr>
            <a:picLocks noChangeAspect="1"/>
          </p:cNvPicPr>
          <p:nvPr/>
        </p:nvPicPr>
        <p:blipFill>
          <a:blip r:embed="rId8"/>
          <a:stretch>
            <a:fillRect/>
          </a:stretch>
        </p:blipFill>
        <p:spPr>
          <a:xfrm>
            <a:off x="214854" y="3042434"/>
            <a:ext cx="9134677" cy="5376740"/>
          </a:xfrm>
          <a:prstGeom prst="rect">
            <a:avLst/>
          </a:prstGeom>
        </p:spPr>
      </p:pic>
    </p:spTree>
    <p:extLst>
      <p:ext uri="{BB962C8B-B14F-4D97-AF65-F5344CB8AC3E}">
        <p14:creationId xmlns:p14="http://schemas.microsoft.com/office/powerpoint/2010/main" val="2993145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F4908BF6-C2DB-A2F0-1844-8F2346C5E586}"/>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FD35C942-04FF-E1C0-13ED-E9CB28C683D9}"/>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CBE445CF-0115-5036-0573-740AD2F2A74B}"/>
              </a:ext>
            </a:extLst>
          </p:cNvPr>
          <p:cNvSpPr/>
          <p:nvPr/>
        </p:nvSpPr>
        <p:spPr>
          <a:xfrm>
            <a:off x="5287617" y="5315811"/>
            <a:ext cx="10993783" cy="1754326"/>
          </a:xfrm>
          <a:prstGeom prst="rect">
            <a:avLst/>
          </a:prstGeom>
          <a:noFill/>
        </p:spPr>
        <p:txBody>
          <a:bodyPr wrap="square" lIns="91440" tIns="45720" rIns="91440" bIns="45720">
            <a:spAutoFit/>
          </a:bodyPr>
          <a:lstStyle/>
          <a:p>
            <a:pPr>
              <a:defRPr/>
            </a:pPr>
            <a:r>
              <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rPr>
              <a:t>DEMOSTRACION Y </a:t>
            </a:r>
            <a:r>
              <a:rPr lang="es-PE" sz="5400" dirty="0">
                <a:ln w="0"/>
                <a:solidFill>
                  <a:prstClr val="black"/>
                </a:solidFill>
                <a:latin typeface="Sharp Grotesk Bold 15" panose="00000806000000000000" pitchFamily="50" charset="0"/>
              </a:rPr>
              <a:t>FUNCIONALIDADES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sp>
        <p:nvSpPr>
          <p:cNvPr id="22" name="Rectángulo 21">
            <a:extLst>
              <a:ext uri="{FF2B5EF4-FFF2-40B4-BE49-F238E27FC236}">
                <a16:creationId xmlns:a16="http://schemas.microsoft.com/office/drawing/2014/main" id="{6A3FF045-EFCA-DE94-2427-1180D2F4E0EE}"/>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PE" sz="23900" noProof="0" dirty="0">
                <a:ln w="0"/>
                <a:solidFill>
                  <a:prstClr val="black"/>
                </a:solidFill>
                <a:latin typeface="Sharp Grotesk Bold 15" panose="00000806000000000000" pitchFamily="50" charset="0"/>
              </a:rPr>
              <a:t>12</a:t>
            </a:r>
            <a:endPar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pic>
        <p:nvPicPr>
          <p:cNvPr id="12" name="Imagen 11">
            <a:extLst>
              <a:ext uri="{FF2B5EF4-FFF2-40B4-BE49-F238E27FC236}">
                <a16:creationId xmlns:a16="http://schemas.microsoft.com/office/drawing/2014/main" id="{321A9DCE-AF85-3ED4-6356-549989125E18}"/>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24183354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65A3B703-D461-5FE5-1B16-36C954863CBF}"/>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DBAD8677-5E9C-96A8-CC93-41F99E8D666D}"/>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1B609076-3FDC-FAFF-B1AD-854569774F9D}"/>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13</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8F945A80-6D01-19E6-3903-4C658193D743}"/>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F9E24744-3951-AE30-77A4-C913589959EE}"/>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Demostración -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E6C52796-F8D1-BF79-C259-BA6A841816BE}"/>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64C6141D-3651-384C-6D01-FCB515E27B51}"/>
              </a:ext>
            </a:extLst>
          </p:cNvPr>
          <p:cNvSpPr txBox="1"/>
          <p:nvPr/>
        </p:nvSpPr>
        <p:spPr>
          <a:xfrm>
            <a:off x="454123" y="2297390"/>
            <a:ext cx="7218057" cy="1964509"/>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Introducción:</a:t>
            </a:r>
          </a:p>
          <a:p>
            <a:pPr marR="153670" algn="just">
              <a:lnSpc>
                <a:spcPct val="107000"/>
              </a:lnSpc>
              <a:spcBef>
                <a:spcPts val="430"/>
              </a:spcBef>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El Proyecto presente ha sido desarrollado utilizando Java y MySQL para automatizar estos procesos, y con ellos reducir errores mejorando el control optimo de la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informacion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y buen servicio de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atencion</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al usuario.</a:t>
            </a:r>
          </a:p>
        </p:txBody>
      </p:sp>
      <p:pic>
        <p:nvPicPr>
          <p:cNvPr id="8" name="Imagen 7">
            <a:extLst>
              <a:ext uri="{FF2B5EF4-FFF2-40B4-BE49-F238E27FC236}">
                <a16:creationId xmlns:a16="http://schemas.microsoft.com/office/drawing/2014/main" id="{D1D39304-4E7D-0BD1-26C4-2F9B8FC4C72F}"/>
              </a:ext>
            </a:extLst>
          </p:cNvPr>
          <p:cNvPicPr>
            <a:picLocks noChangeAspect="1"/>
          </p:cNvPicPr>
          <p:nvPr/>
        </p:nvPicPr>
        <p:blipFill>
          <a:blip r:embed="rId5"/>
          <a:stretch>
            <a:fillRect/>
          </a:stretch>
        </p:blipFill>
        <p:spPr>
          <a:xfrm>
            <a:off x="8640417" y="1814790"/>
            <a:ext cx="7302127" cy="3845634"/>
          </a:xfrm>
          <a:prstGeom prst="rect">
            <a:avLst/>
          </a:prstGeom>
        </p:spPr>
      </p:pic>
      <p:pic>
        <p:nvPicPr>
          <p:cNvPr id="10" name="Imagen 9">
            <a:extLst>
              <a:ext uri="{FF2B5EF4-FFF2-40B4-BE49-F238E27FC236}">
                <a16:creationId xmlns:a16="http://schemas.microsoft.com/office/drawing/2014/main" id="{7CF3FD4A-2A81-2936-E026-262EC7B97314}"/>
              </a:ext>
            </a:extLst>
          </p:cNvPr>
          <p:cNvPicPr>
            <a:picLocks noChangeAspect="1"/>
          </p:cNvPicPr>
          <p:nvPr/>
        </p:nvPicPr>
        <p:blipFill>
          <a:blip r:embed="rId6"/>
          <a:stretch>
            <a:fillRect/>
          </a:stretch>
        </p:blipFill>
        <p:spPr>
          <a:xfrm>
            <a:off x="10060098" y="5767495"/>
            <a:ext cx="4888354" cy="3166985"/>
          </a:xfrm>
          <a:prstGeom prst="rect">
            <a:avLst/>
          </a:prstGeom>
        </p:spPr>
      </p:pic>
    </p:spTree>
    <p:extLst>
      <p:ext uri="{BB962C8B-B14F-4D97-AF65-F5344CB8AC3E}">
        <p14:creationId xmlns:p14="http://schemas.microsoft.com/office/powerpoint/2010/main" val="41667301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A724FC1B-06DA-9268-A600-F4BE2706A7A7}"/>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EFC04FA4-2AAF-4572-DBD4-E6758126B4CE}"/>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8F03E32A-C333-24A5-EB78-4E998E7B01DA}"/>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13</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B4DEE8DD-7071-6F2B-DE4B-650FB6B626FD}"/>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AFA70FFC-D795-9635-0037-F46CB11F2AFE}"/>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Demostración -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FF634AF5-F5F0-1C6A-07A4-62E8BE29387C}"/>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132F0EFE-16DF-C349-FA21-97E059619D3C}"/>
              </a:ext>
            </a:extLst>
          </p:cNvPr>
          <p:cNvSpPr txBox="1"/>
          <p:nvPr/>
        </p:nvSpPr>
        <p:spPr>
          <a:xfrm>
            <a:off x="454123" y="2297390"/>
            <a:ext cx="7218057" cy="450336"/>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Ventana Libros: </a:t>
            </a:r>
            <a:r>
              <a:rPr lang="es-PE" sz="2000" noProof="0" dirty="0">
                <a:solidFill>
                  <a:schemeClr val="tx1"/>
                </a:solidFill>
                <a:latin typeface="Telegraf" panose="00000500000000000000"/>
                <a:ea typeface="Calibri" panose="020F0502020204030204" pitchFamily="34" charset="0"/>
                <a:cs typeface="Calibri" panose="020F0502020204030204" pitchFamily="34" charset="0"/>
              </a:rPr>
              <a:t>Donde se puede agregar, actualizar, eliminar</a:t>
            </a:r>
          </a:p>
        </p:txBody>
      </p:sp>
      <p:pic>
        <p:nvPicPr>
          <p:cNvPr id="14" name="Imagen 13">
            <a:extLst>
              <a:ext uri="{FF2B5EF4-FFF2-40B4-BE49-F238E27FC236}">
                <a16:creationId xmlns:a16="http://schemas.microsoft.com/office/drawing/2014/main" id="{1AC0B716-1C0D-D035-65F6-52515D9DA030}"/>
              </a:ext>
            </a:extLst>
          </p:cNvPr>
          <p:cNvPicPr>
            <a:picLocks noChangeAspect="1"/>
          </p:cNvPicPr>
          <p:nvPr/>
        </p:nvPicPr>
        <p:blipFill>
          <a:blip r:embed="rId5"/>
          <a:stretch>
            <a:fillRect/>
          </a:stretch>
        </p:blipFill>
        <p:spPr>
          <a:xfrm>
            <a:off x="3031005" y="2950958"/>
            <a:ext cx="10219389" cy="6015210"/>
          </a:xfrm>
          <a:prstGeom prst="rect">
            <a:avLst/>
          </a:prstGeom>
        </p:spPr>
      </p:pic>
    </p:spTree>
    <p:extLst>
      <p:ext uri="{BB962C8B-B14F-4D97-AF65-F5344CB8AC3E}">
        <p14:creationId xmlns:p14="http://schemas.microsoft.com/office/powerpoint/2010/main" val="32742274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0975E05F-D85D-91BE-2D27-035504E777EF}"/>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8E72492F-BB92-B391-2712-4DCDC0685B96}"/>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91DEEDBB-7A19-67F0-6ECA-52905F1DEE34}"/>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13</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C029366A-3AD3-F83F-FEB0-7D672F8CDDCC}"/>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19582BCE-803D-B6C0-CD74-60EED83F0992}"/>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Demostración -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C8D9177A-2F51-77DD-3175-6205ED350A58}"/>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733E15CA-0FFA-B2CD-D8F0-FF1CBB16A978}"/>
              </a:ext>
            </a:extLst>
          </p:cNvPr>
          <p:cNvSpPr txBox="1"/>
          <p:nvPr/>
        </p:nvSpPr>
        <p:spPr>
          <a:xfrm>
            <a:off x="454123" y="2297390"/>
            <a:ext cx="7218057" cy="814691"/>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Ventana Lectores: </a:t>
            </a:r>
            <a:r>
              <a:rPr lang="es-PE" sz="2000" noProof="0" dirty="0">
                <a:solidFill>
                  <a:schemeClr val="tx1"/>
                </a:solidFill>
                <a:latin typeface="Telegraf" panose="00000500000000000000"/>
                <a:ea typeface="Calibri" panose="020F0502020204030204" pitchFamily="34" charset="0"/>
                <a:cs typeface="Calibri" panose="020F0502020204030204" pitchFamily="34" charset="0"/>
              </a:rPr>
              <a:t>Donde se puede agregar, actualizar, eliminar o limpiar.</a:t>
            </a:r>
          </a:p>
        </p:txBody>
      </p:sp>
      <p:pic>
        <p:nvPicPr>
          <p:cNvPr id="8" name="Imagen 7">
            <a:extLst>
              <a:ext uri="{FF2B5EF4-FFF2-40B4-BE49-F238E27FC236}">
                <a16:creationId xmlns:a16="http://schemas.microsoft.com/office/drawing/2014/main" id="{BDEB5B7E-9D0D-9666-3842-ECA4E5B98BEC}"/>
              </a:ext>
            </a:extLst>
          </p:cNvPr>
          <p:cNvPicPr>
            <a:picLocks noChangeAspect="1"/>
          </p:cNvPicPr>
          <p:nvPr/>
        </p:nvPicPr>
        <p:blipFill>
          <a:blip r:embed="rId5"/>
          <a:stretch>
            <a:fillRect/>
          </a:stretch>
        </p:blipFill>
        <p:spPr>
          <a:xfrm>
            <a:off x="3227093" y="3228106"/>
            <a:ext cx="10285511" cy="5825269"/>
          </a:xfrm>
          <a:prstGeom prst="rect">
            <a:avLst/>
          </a:prstGeom>
        </p:spPr>
      </p:pic>
    </p:spTree>
    <p:extLst>
      <p:ext uri="{BB962C8B-B14F-4D97-AF65-F5344CB8AC3E}">
        <p14:creationId xmlns:p14="http://schemas.microsoft.com/office/powerpoint/2010/main" val="35295340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CCCF016C-9B41-2704-6133-E1A97020F83F}"/>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059CD8BF-3E8A-63BF-6916-D9382E348423}"/>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20CF1084-057F-6D13-C54F-030543CA157A}"/>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13</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E1CF6C67-5AF3-F71F-F791-24315FE59DF7}"/>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2168B44E-6E43-2173-89C7-AB9CF281120E}"/>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Demostración -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C303F096-728D-C641-BA88-D838B26A4E09}"/>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10A55271-47BB-8725-D427-AE78D26BC697}"/>
              </a:ext>
            </a:extLst>
          </p:cNvPr>
          <p:cNvSpPr txBox="1"/>
          <p:nvPr/>
        </p:nvSpPr>
        <p:spPr>
          <a:xfrm>
            <a:off x="454123" y="2297390"/>
            <a:ext cx="7218057" cy="1179046"/>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Ventana Prestamos y Devoluciones: Aquí se puede dar prestamos para 7 días, también se puede controlar las devoluciones.</a:t>
            </a:r>
          </a:p>
        </p:txBody>
      </p:sp>
      <p:pic>
        <p:nvPicPr>
          <p:cNvPr id="9" name="Imagen 8">
            <a:extLst>
              <a:ext uri="{FF2B5EF4-FFF2-40B4-BE49-F238E27FC236}">
                <a16:creationId xmlns:a16="http://schemas.microsoft.com/office/drawing/2014/main" id="{B4BA5415-010C-222F-1340-E6C0DF78BA38}"/>
              </a:ext>
            </a:extLst>
          </p:cNvPr>
          <p:cNvPicPr>
            <a:picLocks noChangeAspect="1"/>
          </p:cNvPicPr>
          <p:nvPr/>
        </p:nvPicPr>
        <p:blipFill>
          <a:blip r:embed="rId5"/>
          <a:stretch>
            <a:fillRect/>
          </a:stretch>
        </p:blipFill>
        <p:spPr>
          <a:xfrm>
            <a:off x="3298030" y="3622495"/>
            <a:ext cx="10143638" cy="5400845"/>
          </a:xfrm>
          <a:prstGeom prst="rect">
            <a:avLst/>
          </a:prstGeom>
        </p:spPr>
      </p:pic>
    </p:spTree>
    <p:extLst>
      <p:ext uri="{BB962C8B-B14F-4D97-AF65-F5344CB8AC3E}">
        <p14:creationId xmlns:p14="http://schemas.microsoft.com/office/powerpoint/2010/main" val="25437477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26731241-8564-A235-2F13-8255AFE641AD}"/>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728F7BB5-E7A8-F2E4-E516-07F08B425B37}"/>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233A13EF-4308-D8CD-849C-841D24FEB4B1}"/>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PE" sz="5400" noProof="0" dirty="0">
                <a:ln w="0"/>
                <a:solidFill>
                  <a:prstClr val="black"/>
                </a:solidFill>
                <a:latin typeface="Sharp Grotesk Bold 15" panose="00000806000000000000" pitchFamily="50" charset="0"/>
              </a:rPr>
              <a:t>RESULTADOS</a:t>
            </a:r>
            <a:endPar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sp>
        <p:nvSpPr>
          <p:cNvPr id="22" name="Rectángulo 21">
            <a:extLst>
              <a:ext uri="{FF2B5EF4-FFF2-40B4-BE49-F238E27FC236}">
                <a16:creationId xmlns:a16="http://schemas.microsoft.com/office/drawing/2014/main" id="{8A7A4C26-C228-3076-CC05-8C7605913F40}"/>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PE" sz="23900" noProof="0" dirty="0">
                <a:ln w="0"/>
                <a:solidFill>
                  <a:prstClr val="black"/>
                </a:solidFill>
                <a:latin typeface="Sharp Grotesk Bold 15" panose="00000806000000000000" pitchFamily="50" charset="0"/>
              </a:rPr>
              <a:t>1</a:t>
            </a:r>
            <a:r>
              <a:rPr lang="es-PE" sz="23900" dirty="0">
                <a:ln w="0"/>
                <a:solidFill>
                  <a:prstClr val="black"/>
                </a:solidFill>
                <a:latin typeface="Sharp Grotesk Bold 15" panose="00000806000000000000" pitchFamily="50" charset="0"/>
              </a:rPr>
              <a:t>3</a:t>
            </a:r>
            <a:endPar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pic>
        <p:nvPicPr>
          <p:cNvPr id="12" name="Imagen 11">
            <a:extLst>
              <a:ext uri="{FF2B5EF4-FFF2-40B4-BE49-F238E27FC236}">
                <a16:creationId xmlns:a16="http://schemas.microsoft.com/office/drawing/2014/main" id="{C7532EAD-1566-28FF-1F4A-63C598FBCA86}"/>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38285960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24201C83-1102-9C76-C1E1-68EEAC965AB4}"/>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5159CBE4-386C-E0B4-90E9-A674768BF679}"/>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E34C2232-9505-5B50-C5B7-F6F290F5C47D}"/>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14</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8A3F7253-1BAF-8F6A-17A0-EA59D6736C7A}"/>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10CFA2C0-E0F2-52FA-0B97-4CCA4D507C81}"/>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Resultados -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98252A4B-38D2-6819-2872-5CAE74F48AFA}"/>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377CE25E-659A-42B6-A79B-1B8E65A2A7C5}"/>
              </a:ext>
            </a:extLst>
          </p:cNvPr>
          <p:cNvSpPr txBox="1"/>
          <p:nvPr/>
        </p:nvSpPr>
        <p:spPr>
          <a:xfrm>
            <a:off x="454123" y="2297390"/>
            <a:ext cx="7218057" cy="5276622"/>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Resultado:</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Se logro optimizar la forma de trabajar hacienda uso de este sistema.</a:t>
            </a:r>
          </a:p>
          <a:p>
            <a:pPr marL="342900" marR="153670" indent="-342900" algn="just">
              <a:lnSpc>
                <a:spcPct val="107000"/>
              </a:lnSpc>
              <a:spcBef>
                <a:spcPts val="430"/>
              </a:spcBef>
              <a:buFont typeface="Wingdings" panose="05000000000000000000" pitchFamily="2" charset="2"/>
              <a:buChar char="Ø"/>
            </a:pPr>
            <a:r>
              <a:rPr lang="es-PE" sz="2000" dirty="0">
                <a:solidFill>
                  <a:schemeClr val="tx1"/>
                </a:solidFill>
                <a:latin typeface="Telegraf" panose="00000500000000000000" pitchFamily="50" charset="0"/>
                <a:ea typeface="Calibri" panose="020F0502020204030204" pitchFamily="34" charset="0"/>
                <a:cs typeface="Calibri" panose="020F0502020204030204" pitchFamily="34" charset="0"/>
              </a:rPr>
              <a:t>Agilidad en los procesos de registro, eliminación o actualización de los usuarios.</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Datos respaldados por una base de datos.</a:t>
            </a:r>
          </a:p>
          <a:p>
            <a:pPr marL="342900" marR="153670" indent="-342900" algn="just">
              <a:lnSpc>
                <a:spcPct val="107000"/>
              </a:lnSpc>
              <a:spcBef>
                <a:spcPts val="430"/>
              </a:spcBef>
              <a:buFont typeface="Wingdings" panose="05000000000000000000" pitchFamily="2" charset="2"/>
              <a:buChar char="Ø"/>
            </a:pPr>
            <a:r>
              <a:rPr lang="es-PE" sz="2000" dirty="0">
                <a:solidFill>
                  <a:schemeClr val="tx1"/>
                </a:solidFill>
                <a:latin typeface="Telegraf" panose="00000500000000000000" pitchFamily="50" charset="0"/>
                <a:ea typeface="Calibri" panose="020F0502020204030204" pitchFamily="34" charset="0"/>
                <a:cs typeface="Calibri" panose="020F0502020204030204" pitchFamily="34" charset="0"/>
              </a:rPr>
              <a:t>Orden de los datos gracias al uso de la base de datos.</a:t>
            </a:r>
          </a:p>
          <a:p>
            <a:pPr marL="342900" marR="153670" indent="-342900" algn="just">
              <a:lnSpc>
                <a:spcPct val="107000"/>
              </a:lnSpc>
              <a:spcBef>
                <a:spcPts val="430"/>
              </a:spcBef>
              <a:buFont typeface="Wingdings" panose="05000000000000000000" pitchFamily="2" charset="2"/>
              <a:buChar char="Ø"/>
            </a:pP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Se deja </a:t>
            </a:r>
            <a:r>
              <a:rPr lang="es-PE" sz="2000" noProof="0" dirty="0" err="1">
                <a:solidFill>
                  <a:schemeClr val="tx1"/>
                </a:solidFill>
                <a:latin typeface="Telegraf" panose="00000500000000000000" pitchFamily="50" charset="0"/>
                <a:ea typeface="Calibri" panose="020F0502020204030204" pitchFamily="34" charset="0"/>
                <a:cs typeface="Calibri" panose="020F0502020204030204" pitchFamily="34" charset="0"/>
              </a:rPr>
              <a:t>atrá</a:t>
            </a:r>
            <a:r>
              <a:rPr lang="es-PE" sz="2000" dirty="0">
                <a:solidFill>
                  <a:schemeClr val="tx1"/>
                </a:solidFill>
                <a:latin typeface="Telegraf" panose="00000500000000000000" pitchFamily="50" charset="0"/>
                <a:ea typeface="Calibri" panose="020F0502020204030204" pitchFamily="34" charset="0"/>
                <a:cs typeface="Calibri" panose="020F0502020204030204" pitchFamily="34" charset="0"/>
              </a:rPr>
              <a:t>s todo tipo de proceso manual en la biblioteca.</a:t>
            </a:r>
          </a:p>
          <a:p>
            <a:pPr marL="342900" marR="153670" indent="-342900" algn="just">
              <a:lnSpc>
                <a:spcPct val="107000"/>
              </a:lnSpc>
              <a:spcBef>
                <a:spcPts val="430"/>
              </a:spcBef>
              <a:buFont typeface="Wingdings" panose="05000000000000000000" pitchFamily="2" charset="2"/>
              <a:buChar char="Ø"/>
            </a:pPr>
            <a:r>
              <a:rPr lang="es-PE" sz="2000" dirty="0">
                <a:solidFill>
                  <a:schemeClr val="tx1"/>
                </a:solidFill>
                <a:latin typeface="Telegraf" panose="00000500000000000000" pitchFamily="50" charset="0"/>
                <a:ea typeface="Calibri" panose="020F0502020204030204" pitchFamily="34" charset="0"/>
                <a:cs typeface="Calibri" panose="020F0502020204030204" pitchFamily="34" charset="0"/>
              </a:rPr>
              <a:t>Se logro aplicar con éxito las técnicas de programación orientada a objetos.</a:t>
            </a:r>
          </a:p>
          <a:p>
            <a:pPr marL="342900" marR="153670" indent="-342900" algn="just">
              <a:lnSpc>
                <a:spcPct val="107000"/>
              </a:lnSpc>
              <a:spcBef>
                <a:spcPts val="430"/>
              </a:spcBef>
              <a:buFont typeface="Wingdings" panose="05000000000000000000" pitchFamily="2" charset="2"/>
              <a:buChar char="Ø"/>
            </a:pPr>
            <a:r>
              <a:rPr lang="es-PE" sz="2000" dirty="0">
                <a:solidFill>
                  <a:schemeClr val="tx1"/>
                </a:solidFill>
                <a:latin typeface="Telegraf" panose="00000500000000000000" pitchFamily="50" charset="0"/>
                <a:ea typeface="Calibri" panose="020F0502020204030204" pitchFamily="34" charset="0"/>
                <a:cs typeface="Calibri" panose="020F0502020204030204" pitchFamily="34" charset="0"/>
              </a:rPr>
              <a:t>Se logro hacer conexión con la base de datos.</a:t>
            </a:r>
          </a:p>
          <a:p>
            <a:pPr marL="342900" marR="153670" indent="-342900" algn="just">
              <a:lnSpc>
                <a:spcPct val="107000"/>
              </a:lnSpc>
              <a:spcBef>
                <a:spcPts val="430"/>
              </a:spcBef>
              <a:buFont typeface="Wingdings" panose="05000000000000000000" pitchFamily="2" charset="2"/>
              <a:buChar char="Ø"/>
            </a:pPr>
            <a:r>
              <a:rPr lang="es-PE" sz="2000" dirty="0">
                <a:solidFill>
                  <a:schemeClr val="tx1"/>
                </a:solidFill>
                <a:latin typeface="Telegraf" panose="00000500000000000000" pitchFamily="50" charset="0"/>
                <a:ea typeface="Calibri" panose="020F0502020204030204" pitchFamily="34" charset="0"/>
                <a:cs typeface="Calibri" panose="020F0502020204030204" pitchFamily="34" charset="0"/>
              </a:rPr>
              <a:t>LA interfaz es amigable y fácil de manipular.</a:t>
            </a:r>
          </a:p>
        </p:txBody>
      </p:sp>
      <p:pic>
        <p:nvPicPr>
          <p:cNvPr id="3" name="Imagen 2" descr="El sistema de gestión introducción - YouTube">
            <a:extLst>
              <a:ext uri="{FF2B5EF4-FFF2-40B4-BE49-F238E27FC236}">
                <a16:creationId xmlns:a16="http://schemas.microsoft.com/office/drawing/2014/main" id="{44007264-ABFD-0721-A225-203C56C08FD9}"/>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4" name="Imagen 3" descr="10 principios para una biblioteca abierta y hospitalaria… y 5 ...">
            <a:extLst>
              <a:ext uri="{FF2B5EF4-FFF2-40B4-BE49-F238E27FC236}">
                <a16:creationId xmlns:a16="http://schemas.microsoft.com/office/drawing/2014/main" id="{2BF1C6B4-248D-DEBB-EB02-0684831ABDAD}"/>
              </a:ext>
            </a:extLst>
          </p:cNvPr>
          <p:cNvPicPr>
            <a:picLocks noChangeAspect="1"/>
          </p:cNvPicPr>
          <p:nvPr/>
        </p:nvPicPr>
        <p:blipFill>
          <a:blip r:embed="rId6"/>
          <a:stretch>
            <a:fillRect/>
          </a:stretch>
        </p:blipFill>
        <p:spPr>
          <a:xfrm>
            <a:off x="9349531" y="5253968"/>
            <a:ext cx="5420569" cy="3242850"/>
          </a:xfrm>
          <a:prstGeom prst="rect">
            <a:avLst/>
          </a:prstGeom>
        </p:spPr>
      </p:pic>
    </p:spTree>
    <p:extLst>
      <p:ext uri="{BB962C8B-B14F-4D97-AF65-F5344CB8AC3E}">
        <p14:creationId xmlns:p14="http://schemas.microsoft.com/office/powerpoint/2010/main" val="23248382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59F7524F-9F3B-E0B1-F217-04D13A9BB9CB}"/>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81D86CCB-0DBD-F9C7-16B0-D33E75EE698F}"/>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1D1D4624-8795-ADFA-11F1-6683C841C910}"/>
              </a:ext>
            </a:extLst>
          </p:cNvPr>
          <p:cNvSpPr/>
          <p:nvPr/>
        </p:nvSpPr>
        <p:spPr>
          <a:xfrm>
            <a:off x="6423122" y="5315811"/>
            <a:ext cx="9858278" cy="92333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PE" sz="5400" noProof="0" dirty="0">
                <a:ln w="0"/>
                <a:solidFill>
                  <a:prstClr val="black"/>
                </a:solidFill>
                <a:latin typeface="Sharp Grotesk Bold 15" panose="00000806000000000000" pitchFamily="50" charset="0"/>
              </a:rPr>
              <a:t>CONCLUSIONES</a:t>
            </a:r>
            <a:endParaRPr kumimoji="0" lang="es-PE" sz="54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sp>
        <p:nvSpPr>
          <p:cNvPr id="22" name="Rectángulo 21">
            <a:extLst>
              <a:ext uri="{FF2B5EF4-FFF2-40B4-BE49-F238E27FC236}">
                <a16:creationId xmlns:a16="http://schemas.microsoft.com/office/drawing/2014/main" id="{BA4E41BC-AB6C-E278-F1DE-6888B240B5CF}"/>
              </a:ext>
            </a:extLst>
          </p:cNvPr>
          <p:cNvSpPr/>
          <p:nvPr/>
        </p:nvSpPr>
        <p:spPr>
          <a:xfrm>
            <a:off x="1307106" y="2699568"/>
            <a:ext cx="4243789" cy="37702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PE" sz="23900" noProof="0" dirty="0">
                <a:ln w="0"/>
                <a:solidFill>
                  <a:prstClr val="black"/>
                </a:solidFill>
                <a:latin typeface="Sharp Grotesk Bold 15" panose="00000806000000000000" pitchFamily="50" charset="0"/>
              </a:rPr>
              <a:t>14</a:t>
            </a:r>
            <a:endParaRPr kumimoji="0" lang="es-PE" sz="23900" b="0" i="0" u="none" strike="noStrike" kern="0" cap="none" spc="0" normalizeH="0" baseline="0" noProof="0" dirty="0">
              <a:ln w="0"/>
              <a:solidFill>
                <a:prstClr val="black"/>
              </a:solidFill>
              <a:effectLst/>
              <a:uLnTx/>
              <a:uFillTx/>
              <a:latin typeface="Sharp Grotesk Bold 15" panose="00000806000000000000" pitchFamily="50" charset="0"/>
              <a:cs typeface="Arial"/>
              <a:sym typeface="Arial"/>
            </a:endParaRPr>
          </a:p>
        </p:txBody>
      </p:sp>
      <p:pic>
        <p:nvPicPr>
          <p:cNvPr id="12" name="Imagen 11">
            <a:extLst>
              <a:ext uri="{FF2B5EF4-FFF2-40B4-BE49-F238E27FC236}">
                <a16:creationId xmlns:a16="http://schemas.microsoft.com/office/drawing/2014/main" id="{02D7B660-9CB8-EFB1-A06E-D196B1A8AB4E}"/>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42324140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a:extLst>
            <a:ext uri="{FF2B5EF4-FFF2-40B4-BE49-F238E27FC236}">
              <a16:creationId xmlns:a16="http://schemas.microsoft.com/office/drawing/2014/main" id="{98A18AAB-0165-0BED-89A8-074B89E2D97A}"/>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9EE8F9BE-015A-F461-EEF5-4D3E0E71381B}"/>
              </a:ext>
            </a:extLst>
          </p:cNvPr>
          <p:cNvPicPr>
            <a:picLocks noChangeAspect="1"/>
          </p:cNvPicPr>
          <p:nvPr/>
        </p:nvPicPr>
        <p:blipFill>
          <a:blip r:embed="rId3"/>
          <a:srcRect/>
          <a:stretch/>
        </p:blipFill>
        <p:spPr>
          <a:xfrm>
            <a:off x="454123" y="145065"/>
            <a:ext cx="15831453" cy="1451507"/>
          </a:xfrm>
          <a:prstGeom prst="rect">
            <a:avLst/>
          </a:prstGeom>
        </p:spPr>
      </p:pic>
      <p:sp>
        <p:nvSpPr>
          <p:cNvPr id="22" name="Rectángulo 21">
            <a:extLst>
              <a:ext uri="{FF2B5EF4-FFF2-40B4-BE49-F238E27FC236}">
                <a16:creationId xmlns:a16="http://schemas.microsoft.com/office/drawing/2014/main" id="{2FEDE968-3EF0-C700-6F1B-2BD570DE1FB7}"/>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15</a:t>
            </a:r>
            <a:r>
              <a:rPr lang="es-PE" sz="4400" b="0" cap="none" spc="0" noProof="0" dirty="0">
                <a:ln w="0"/>
                <a:solidFill>
                  <a:schemeClr val="tx1"/>
                </a:solidFill>
                <a:latin typeface="Sharp Grotesk Bold 15" panose="00000806000000000000" pitchFamily="50" charset="0"/>
              </a:rPr>
              <a:t>.1</a:t>
            </a:r>
          </a:p>
        </p:txBody>
      </p:sp>
      <p:pic>
        <p:nvPicPr>
          <p:cNvPr id="12" name="Imagen 11">
            <a:extLst>
              <a:ext uri="{FF2B5EF4-FFF2-40B4-BE49-F238E27FC236}">
                <a16:creationId xmlns:a16="http://schemas.microsoft.com/office/drawing/2014/main" id="{F108E667-845A-602C-7E00-15D39BDFD683}"/>
              </a:ext>
            </a:extLst>
          </p:cNvPr>
          <p:cNvPicPr>
            <a:picLocks noChangeAspect="1"/>
          </p:cNvPicPr>
          <p:nvPr/>
        </p:nvPicPr>
        <p:blipFill>
          <a:blip r:embed="rId4"/>
          <a:srcRect/>
          <a:stretch/>
        </p:blipFill>
        <p:spPr>
          <a:xfrm>
            <a:off x="14526679" y="234920"/>
            <a:ext cx="1586028" cy="922812"/>
          </a:xfrm>
          <a:prstGeom prst="rect">
            <a:avLst/>
          </a:prstGeom>
        </p:spPr>
      </p:pic>
      <p:sp>
        <p:nvSpPr>
          <p:cNvPr id="2" name="Rectángulo 1">
            <a:extLst>
              <a:ext uri="{FF2B5EF4-FFF2-40B4-BE49-F238E27FC236}">
                <a16:creationId xmlns:a16="http://schemas.microsoft.com/office/drawing/2014/main" id="{CE74B9D4-919F-C34D-FE08-087BA928209F}"/>
              </a:ext>
            </a:extLst>
          </p:cNvPr>
          <p:cNvSpPr/>
          <p:nvPr/>
        </p:nvSpPr>
        <p:spPr>
          <a:xfrm>
            <a:off x="1872347" y="544856"/>
            <a:ext cx="13672702" cy="646331"/>
          </a:xfrm>
          <a:prstGeom prst="rect">
            <a:avLst/>
          </a:prstGeom>
          <a:noFill/>
        </p:spPr>
        <p:txBody>
          <a:bodyPr wrap="square" lIns="91440" tIns="45720" rIns="91440" bIns="45720">
            <a:spAutoFit/>
          </a:bodyPr>
          <a:lstStyle/>
          <a:p>
            <a:r>
              <a:rPr lang="es-PE" sz="3600" noProof="0" dirty="0">
                <a:ln w="0"/>
                <a:solidFill>
                  <a:schemeClr val="tx1"/>
                </a:solidFill>
                <a:latin typeface="Sharp Grotesk Bold 15" panose="00000806000000000000" pitchFamily="50" charset="0"/>
              </a:rPr>
              <a:t> Conclusiones - </a:t>
            </a:r>
            <a:r>
              <a:rPr lang="es-PE" sz="3600" b="0" cap="none" spc="0" noProof="0" dirty="0">
                <a:ln w="0"/>
                <a:solidFill>
                  <a:schemeClr val="tx1"/>
                </a:solidFill>
                <a:latin typeface="Sharp Grotesk Bold 15" panose="00000806000000000000" pitchFamily="50" charset="0"/>
              </a:rPr>
              <a:t>. </a:t>
            </a:r>
          </a:p>
        </p:txBody>
      </p:sp>
      <p:sp>
        <p:nvSpPr>
          <p:cNvPr id="5" name="Rectángulo 4">
            <a:extLst>
              <a:ext uri="{FF2B5EF4-FFF2-40B4-BE49-F238E27FC236}">
                <a16:creationId xmlns:a16="http://schemas.microsoft.com/office/drawing/2014/main" id="{693630CE-CD38-57ED-E78F-BAA1907724CD}"/>
              </a:ext>
            </a:extLst>
          </p:cNvPr>
          <p:cNvSpPr/>
          <p:nvPr/>
        </p:nvSpPr>
        <p:spPr>
          <a:xfrm>
            <a:off x="-11135" y="1814790"/>
            <a:ext cx="8380984" cy="7354610"/>
          </a:xfrm>
          <a:prstGeom prst="rect">
            <a:avLst/>
          </a:prstGeom>
          <a:solidFill>
            <a:srgbClr val="BE5EFF"/>
          </a:solidFill>
          <a:ln cap="flat">
            <a:solidFill>
              <a:srgbClr val="BE5EFF"/>
            </a:solidFill>
            <a:prstDash val="solid"/>
          </a:ln>
        </p:spPr>
        <p:txBody>
          <a:bodyPr vert="horz" wrap="square" lIns="91440" tIns="45720" rIns="91440" bIns="45720" anchor="ctr" anchorCtr="1" compatLnSpc="1">
            <a:noAutofit/>
          </a:bodyPr>
          <a:lstStyle/>
          <a:p>
            <a:pPr algn="ctr">
              <a:buClr>
                <a:srgbClr val="000000"/>
              </a:buClr>
              <a:buFont typeface="Arial"/>
              <a:buNone/>
              <a:defRPr sz="1800" b="0" i="0" u="none" strike="noStrike" kern="0" cap="none" spc="0" baseline="0">
                <a:solidFill>
                  <a:srgbClr val="000000"/>
                </a:solidFill>
                <a:uFillTx/>
              </a:defRPr>
            </a:pPr>
            <a:endParaRPr lang="es-PE" noProof="0" dirty="0">
              <a:solidFill>
                <a:srgbClr val="FFFFFF"/>
              </a:solidFill>
              <a:latin typeface="Telegraf" panose="00000500000000000000" pitchFamily="50" charset="0"/>
              <a:cs typeface="Arial"/>
              <a:sym typeface="Arial"/>
            </a:endParaRPr>
          </a:p>
        </p:txBody>
      </p:sp>
      <p:sp>
        <p:nvSpPr>
          <p:cNvPr id="6" name="CuadroTexto 5">
            <a:extLst>
              <a:ext uri="{FF2B5EF4-FFF2-40B4-BE49-F238E27FC236}">
                <a16:creationId xmlns:a16="http://schemas.microsoft.com/office/drawing/2014/main" id="{C7898656-B771-0552-83BA-A0585447632A}"/>
              </a:ext>
            </a:extLst>
          </p:cNvPr>
          <p:cNvSpPr txBox="1"/>
          <p:nvPr/>
        </p:nvSpPr>
        <p:spPr>
          <a:xfrm>
            <a:off x="454123" y="2297390"/>
            <a:ext cx="7218057" cy="4879350"/>
          </a:xfrm>
          <a:prstGeom prst="roundRect">
            <a:avLst/>
          </a:prstGeom>
          <a:solidFill>
            <a:schemeClr val="bg1"/>
          </a:solidFill>
        </p:spPr>
        <p:txBody>
          <a:bodyPr wrap="square">
            <a:spAutoFit/>
          </a:bodyPr>
          <a:lstStyle/>
          <a:p>
            <a:pPr marR="153670" algn="just">
              <a:lnSpc>
                <a:spcPct val="107000"/>
              </a:lnSpc>
              <a:spcBef>
                <a:spcPts val="430"/>
              </a:spcBef>
            </a:pPr>
            <a:r>
              <a:rPr lang="es-PE" sz="2000" b="1" noProof="0" dirty="0">
                <a:solidFill>
                  <a:schemeClr val="tx1"/>
                </a:solidFill>
                <a:latin typeface="Telegraf" panose="00000500000000000000"/>
                <a:ea typeface="Calibri" panose="020F0502020204030204" pitchFamily="34" charset="0"/>
                <a:cs typeface="Calibri" panose="020F0502020204030204" pitchFamily="34" charset="0"/>
              </a:rPr>
              <a:t>Conclusión:</a:t>
            </a:r>
          </a:p>
          <a:p>
            <a:pPr marR="153670" algn="just">
              <a:lnSpc>
                <a:spcPct val="107000"/>
              </a:lnSpc>
              <a:spcBef>
                <a:spcPts val="430"/>
              </a:spcBef>
            </a:pPr>
            <a:r>
              <a:rPr lang="es-PE" sz="2000" dirty="0">
                <a:solidFill>
                  <a:schemeClr val="tx1"/>
                </a:solidFill>
                <a:latin typeface="Telegraf" panose="00000500000000000000" pitchFamily="50" charset="0"/>
                <a:ea typeface="Calibri" panose="020F0502020204030204" pitchFamily="34" charset="0"/>
                <a:cs typeface="Calibri" panose="020F0502020204030204" pitchFamily="34" charset="0"/>
              </a:rPr>
              <a:t>Podemos decir que la implementación ha sido todo un éxito ya que resuelve de forma rápida todo los problemas que tiene la biblioteca, haciendo que las labores de registros, ordenamiento de datos, control de las devoluciones y prestamos este organizada y legible dejando atrás todo tipo de procesos manuales. Además, observamos que la ampliación de las técnicas POO como herencia, encapsulamiento, Polimorfismo y abstracción hace que el sistema sea ordenado, eficiente y reutilizable</a:t>
            </a:r>
            <a:r>
              <a:rPr lang="es-PE" sz="2000" noProof="0" dirty="0">
                <a:solidFill>
                  <a:schemeClr val="tx1"/>
                </a:solidFill>
                <a:latin typeface="Telegraf" panose="00000500000000000000" pitchFamily="50" charset="0"/>
                <a:ea typeface="Calibri" panose="020F0502020204030204" pitchFamily="34" charset="0"/>
                <a:cs typeface="Calibri" panose="020F0502020204030204" pitchFamily="34" charset="0"/>
              </a:rPr>
              <a:t>. Asimismo, la implementación de las operaciones CRUD hace que la gestión de la información sea segura manteniendo los datos actualizados.</a:t>
            </a:r>
          </a:p>
        </p:txBody>
      </p:sp>
      <p:pic>
        <p:nvPicPr>
          <p:cNvPr id="3" name="Imagen 2" descr="El sistema de gestión introducción - YouTube">
            <a:extLst>
              <a:ext uri="{FF2B5EF4-FFF2-40B4-BE49-F238E27FC236}">
                <a16:creationId xmlns:a16="http://schemas.microsoft.com/office/drawing/2014/main" id="{F98A8901-669C-DFBD-7BD0-9E786708F97D}"/>
              </a:ext>
            </a:extLst>
          </p:cNvPr>
          <p:cNvPicPr>
            <a:picLocks noChangeAspect="1"/>
          </p:cNvPicPr>
          <p:nvPr/>
        </p:nvPicPr>
        <p:blipFill>
          <a:blip r:embed="rId5"/>
          <a:srcRect l="13599" t="3092" r="-54" b="5462"/>
          <a:stretch>
            <a:fillRect/>
          </a:stretch>
        </p:blipFill>
        <p:spPr>
          <a:xfrm>
            <a:off x="9349531" y="1906508"/>
            <a:ext cx="5420569" cy="3341696"/>
          </a:xfrm>
          <a:prstGeom prst="rect">
            <a:avLst/>
          </a:prstGeom>
        </p:spPr>
      </p:pic>
      <p:pic>
        <p:nvPicPr>
          <p:cNvPr id="4" name="Imagen 3" descr="10 principios para una biblioteca abierta y hospitalaria… y 5 ...">
            <a:extLst>
              <a:ext uri="{FF2B5EF4-FFF2-40B4-BE49-F238E27FC236}">
                <a16:creationId xmlns:a16="http://schemas.microsoft.com/office/drawing/2014/main" id="{331A9FBA-9E21-7AF6-20AD-E1BD8F4E3482}"/>
              </a:ext>
            </a:extLst>
          </p:cNvPr>
          <p:cNvPicPr>
            <a:picLocks noChangeAspect="1"/>
          </p:cNvPicPr>
          <p:nvPr/>
        </p:nvPicPr>
        <p:blipFill>
          <a:blip r:embed="rId6"/>
          <a:stretch>
            <a:fillRect/>
          </a:stretch>
        </p:blipFill>
        <p:spPr>
          <a:xfrm>
            <a:off x="9349531" y="5253968"/>
            <a:ext cx="5420569" cy="3242850"/>
          </a:xfrm>
          <a:prstGeom prst="rect">
            <a:avLst/>
          </a:prstGeom>
        </p:spPr>
      </p:pic>
    </p:spTree>
    <p:extLst>
      <p:ext uri="{BB962C8B-B14F-4D97-AF65-F5344CB8AC3E}">
        <p14:creationId xmlns:p14="http://schemas.microsoft.com/office/powerpoint/2010/main" val="41412599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Shape 85">
          <a:extLst>
            <a:ext uri="{FF2B5EF4-FFF2-40B4-BE49-F238E27FC236}">
              <a16:creationId xmlns:a16="http://schemas.microsoft.com/office/drawing/2014/main" id="{A629E55E-10CF-1E8C-253B-4AACE7BFEFAF}"/>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B82ECABD-32F6-495E-31DE-E9258056B304}"/>
              </a:ext>
            </a:extLst>
          </p:cNvPr>
          <p:cNvPicPr>
            <a:picLocks noChangeAspect="1"/>
          </p:cNvPicPr>
          <p:nvPr/>
        </p:nvPicPr>
        <p:blipFill rotWithShape="1">
          <a:blip r:embed="rId3"/>
          <a:srcRect r="70800" b="-43877"/>
          <a:stretch/>
        </p:blipFill>
        <p:spPr>
          <a:xfrm>
            <a:off x="1028700" y="2027424"/>
            <a:ext cx="15252700" cy="6890504"/>
          </a:xfrm>
          <a:prstGeom prst="rect">
            <a:avLst/>
          </a:prstGeom>
        </p:spPr>
      </p:pic>
      <p:sp>
        <p:nvSpPr>
          <p:cNvPr id="21" name="Rectángulo 20">
            <a:extLst>
              <a:ext uri="{FF2B5EF4-FFF2-40B4-BE49-F238E27FC236}">
                <a16:creationId xmlns:a16="http://schemas.microsoft.com/office/drawing/2014/main" id="{BEBCF952-8342-897C-5ECB-61FC8EFAAA25}"/>
              </a:ext>
            </a:extLst>
          </p:cNvPr>
          <p:cNvSpPr/>
          <p:nvPr/>
        </p:nvSpPr>
        <p:spPr>
          <a:xfrm>
            <a:off x="6423122" y="5315811"/>
            <a:ext cx="9858278" cy="923330"/>
          </a:xfrm>
          <a:prstGeom prst="rect">
            <a:avLst/>
          </a:prstGeom>
          <a:noFill/>
        </p:spPr>
        <p:txBody>
          <a:bodyPr wrap="square" lIns="91440" tIns="45720" rIns="91440" bIns="45720">
            <a:spAutoFit/>
          </a:bodyPr>
          <a:lstStyle/>
          <a:p>
            <a:r>
              <a:rPr lang="es-PE" sz="5400" noProof="0" dirty="0">
                <a:latin typeface="Sharp Grotesk Bold 15" panose="00000806000000000000" pitchFamily="50" charset="0"/>
              </a:rPr>
              <a:t>REFERENCIAS</a:t>
            </a:r>
          </a:p>
        </p:txBody>
      </p:sp>
      <p:sp>
        <p:nvSpPr>
          <p:cNvPr id="22" name="Rectángulo 21">
            <a:extLst>
              <a:ext uri="{FF2B5EF4-FFF2-40B4-BE49-F238E27FC236}">
                <a16:creationId xmlns:a16="http://schemas.microsoft.com/office/drawing/2014/main" id="{B62DC185-811E-97C1-F637-FC954D072CE4}"/>
              </a:ext>
            </a:extLst>
          </p:cNvPr>
          <p:cNvSpPr/>
          <p:nvPr/>
        </p:nvSpPr>
        <p:spPr>
          <a:xfrm>
            <a:off x="1307106" y="2699568"/>
            <a:ext cx="4243789" cy="3770263"/>
          </a:xfrm>
          <a:prstGeom prst="rect">
            <a:avLst/>
          </a:prstGeom>
          <a:noFill/>
        </p:spPr>
        <p:txBody>
          <a:bodyPr wrap="square" lIns="91440" tIns="45720" rIns="91440" bIns="45720">
            <a:spAutoFit/>
          </a:bodyPr>
          <a:lstStyle/>
          <a:p>
            <a:pPr algn="ctr"/>
            <a:r>
              <a:rPr lang="es-PE" sz="23900" noProof="0" dirty="0">
                <a:ln w="0"/>
                <a:solidFill>
                  <a:schemeClr val="tx1"/>
                </a:solidFill>
                <a:latin typeface="Sharp Grotesk Bold 15" panose="00000806000000000000" pitchFamily="50" charset="0"/>
              </a:rPr>
              <a:t>15</a:t>
            </a:r>
            <a:endParaRPr lang="es-PE" sz="23900" b="0" cap="none" spc="0" noProof="0" dirty="0">
              <a:ln w="0"/>
              <a:solidFill>
                <a:schemeClr val="tx1"/>
              </a:solidFill>
              <a:latin typeface="Sharp Grotesk Bold 15" panose="00000806000000000000" pitchFamily="50" charset="0"/>
            </a:endParaRPr>
          </a:p>
        </p:txBody>
      </p:sp>
      <p:pic>
        <p:nvPicPr>
          <p:cNvPr id="12" name="Imagen 11">
            <a:extLst>
              <a:ext uri="{FF2B5EF4-FFF2-40B4-BE49-F238E27FC236}">
                <a16:creationId xmlns:a16="http://schemas.microsoft.com/office/drawing/2014/main" id="{CED6E741-7478-A4CD-9F23-55D914952BB1}"/>
              </a:ext>
            </a:extLst>
          </p:cNvPr>
          <p:cNvPicPr>
            <a:picLocks noChangeAspect="1"/>
          </p:cNvPicPr>
          <p:nvPr/>
        </p:nvPicPr>
        <p:blipFill>
          <a:blip r:embed="rId4"/>
          <a:srcRect/>
          <a:stretch/>
        </p:blipFill>
        <p:spPr>
          <a:xfrm>
            <a:off x="14364729" y="251472"/>
            <a:ext cx="1586028" cy="922812"/>
          </a:xfrm>
          <a:prstGeom prst="rect">
            <a:avLst/>
          </a:prstGeom>
        </p:spPr>
      </p:pic>
    </p:spTree>
    <p:extLst>
      <p:ext uri="{BB962C8B-B14F-4D97-AF65-F5344CB8AC3E}">
        <p14:creationId xmlns:p14="http://schemas.microsoft.com/office/powerpoint/2010/main" val="9253696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0F93E73C-5A73-8483-C65D-EABC7FB7198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FCC5F98-0E08-E81F-52EC-035E134C21E2}"/>
              </a:ext>
            </a:extLst>
          </p:cNvPr>
          <p:cNvPicPr>
            <a:picLocks noChangeAspect="1"/>
          </p:cNvPicPr>
          <p:nvPr/>
        </p:nvPicPr>
        <p:blipFill>
          <a:blip r:embed="rId3"/>
          <a:srcRect/>
          <a:stretch/>
        </p:blipFill>
        <p:spPr>
          <a:xfrm>
            <a:off x="454123" y="145065"/>
            <a:ext cx="15831453" cy="1451507"/>
          </a:xfrm>
          <a:prstGeom prst="rect">
            <a:avLst/>
          </a:prstGeom>
        </p:spPr>
      </p:pic>
      <p:sp>
        <p:nvSpPr>
          <p:cNvPr id="5" name="Rectángulo 4">
            <a:extLst>
              <a:ext uri="{FF2B5EF4-FFF2-40B4-BE49-F238E27FC236}">
                <a16:creationId xmlns:a16="http://schemas.microsoft.com/office/drawing/2014/main" id="{5A01E107-476A-3586-0F83-0EC132BE80EA}"/>
              </a:ext>
            </a:extLst>
          </p:cNvPr>
          <p:cNvSpPr/>
          <p:nvPr/>
        </p:nvSpPr>
        <p:spPr>
          <a:xfrm>
            <a:off x="2011631" y="476894"/>
            <a:ext cx="11418619" cy="646331"/>
          </a:xfrm>
          <a:prstGeom prst="rect">
            <a:avLst/>
          </a:prstGeom>
          <a:noFill/>
        </p:spPr>
        <p:txBody>
          <a:bodyPr wrap="square" lIns="91440" tIns="45720" rIns="91440" bIns="45720">
            <a:spAutoFit/>
          </a:bodyPr>
          <a:lstStyle/>
          <a:p>
            <a:r>
              <a:rPr lang="es-PE" sz="3600" b="0" cap="none" spc="0" noProof="0" dirty="0">
                <a:ln w="0"/>
                <a:solidFill>
                  <a:schemeClr val="tx1"/>
                </a:solidFill>
                <a:latin typeface="Sharp Grotesk Bold 15" panose="00000806000000000000" pitchFamily="50" charset="0"/>
              </a:rPr>
              <a:t>Referencias</a:t>
            </a:r>
          </a:p>
        </p:txBody>
      </p:sp>
      <p:sp>
        <p:nvSpPr>
          <p:cNvPr id="6" name="Rectángulo 5">
            <a:extLst>
              <a:ext uri="{FF2B5EF4-FFF2-40B4-BE49-F238E27FC236}">
                <a16:creationId xmlns:a16="http://schemas.microsoft.com/office/drawing/2014/main" id="{3A819DA3-E6A5-2A79-538B-4428DDAAD165}"/>
              </a:ext>
            </a:extLst>
          </p:cNvPr>
          <p:cNvSpPr/>
          <p:nvPr/>
        </p:nvSpPr>
        <p:spPr>
          <a:xfrm>
            <a:off x="454123" y="486097"/>
            <a:ext cx="1418224" cy="769441"/>
          </a:xfrm>
          <a:prstGeom prst="rect">
            <a:avLst/>
          </a:prstGeom>
          <a:noFill/>
        </p:spPr>
        <p:txBody>
          <a:bodyPr wrap="square" lIns="91440" tIns="45720" rIns="91440" bIns="45720">
            <a:spAutoFit/>
          </a:bodyPr>
          <a:lstStyle/>
          <a:p>
            <a:pPr algn="ctr"/>
            <a:r>
              <a:rPr lang="es-PE" sz="4400" noProof="0" dirty="0">
                <a:ln w="0"/>
                <a:solidFill>
                  <a:schemeClr val="tx1"/>
                </a:solidFill>
                <a:latin typeface="Sharp Grotesk Bold 15" panose="00000806000000000000" pitchFamily="50" charset="0"/>
              </a:rPr>
              <a:t>16.1</a:t>
            </a:r>
            <a:endParaRPr lang="es-PE" sz="4400" b="0" cap="none" spc="0" noProof="0" dirty="0">
              <a:ln w="0"/>
              <a:solidFill>
                <a:schemeClr val="tx1"/>
              </a:solidFill>
              <a:latin typeface="Sharp Grotesk Bold 15" panose="00000806000000000000" pitchFamily="50" charset="0"/>
            </a:endParaRPr>
          </a:p>
        </p:txBody>
      </p:sp>
      <p:pic>
        <p:nvPicPr>
          <p:cNvPr id="7" name="Imagen 6">
            <a:extLst>
              <a:ext uri="{FF2B5EF4-FFF2-40B4-BE49-F238E27FC236}">
                <a16:creationId xmlns:a16="http://schemas.microsoft.com/office/drawing/2014/main" id="{AFF90644-4427-82B4-CD68-1A8C252CAE3D}"/>
              </a:ext>
            </a:extLst>
          </p:cNvPr>
          <p:cNvPicPr>
            <a:picLocks noChangeAspect="1"/>
          </p:cNvPicPr>
          <p:nvPr/>
        </p:nvPicPr>
        <p:blipFill>
          <a:blip r:embed="rId4"/>
          <a:srcRect/>
          <a:stretch/>
        </p:blipFill>
        <p:spPr>
          <a:xfrm>
            <a:off x="14364729" y="251472"/>
            <a:ext cx="1586028" cy="922812"/>
          </a:xfrm>
          <a:prstGeom prst="rect">
            <a:avLst/>
          </a:prstGeom>
        </p:spPr>
      </p:pic>
      <p:sp>
        <p:nvSpPr>
          <p:cNvPr id="9" name="Rectangle 1">
            <a:extLst>
              <a:ext uri="{FF2B5EF4-FFF2-40B4-BE49-F238E27FC236}">
                <a16:creationId xmlns:a16="http://schemas.microsoft.com/office/drawing/2014/main" id="{37012A33-FEAA-BA40-3047-4F370E0C963D}"/>
              </a:ext>
            </a:extLst>
          </p:cNvPr>
          <p:cNvSpPr>
            <a:spLocks noChangeArrowheads="1"/>
          </p:cNvSpPr>
          <p:nvPr/>
        </p:nvSpPr>
        <p:spPr bwMode="auto">
          <a:xfrm>
            <a:off x="1115017" y="2729137"/>
            <a:ext cx="14051365" cy="2814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lnSpc>
                <a:spcPct val="150000"/>
              </a:lnSpc>
              <a:spcBef>
                <a:spcPct val="0"/>
              </a:spcBef>
              <a:spcAft>
                <a:spcPct val="0"/>
              </a:spcAft>
              <a:buClrTx/>
              <a:buFont typeface="Arial" panose="020B0604020202020204" pitchFamily="34" charset="0"/>
              <a:buChar char="•"/>
            </a:pPr>
            <a:r>
              <a:rPr lang="es-ES" sz="2000" dirty="0">
                <a:solidFill>
                  <a:schemeClr val="tx1"/>
                </a:solidFill>
                <a:latin typeface="Telegraf" panose="00000500000000000000" pitchFamily="50" charset="0"/>
                <a:ea typeface="Calibri" panose="020F0502020204030204" pitchFamily="34" charset="0"/>
                <a:cs typeface="Calibri" panose="020F0502020204030204" pitchFamily="34" charset="0"/>
              </a:rPr>
              <a:t>Deitel, P. J. (2012). Java: cómo programar</a:t>
            </a:r>
            <a:r>
              <a:rPr kumimoji="0" lang="es-PE" sz="2000" b="0" i="0" u="none" strike="noStrike" cap="none" normalizeH="0" baseline="0" noProof="0" dirty="0">
                <a:ln>
                  <a:noFill/>
                </a:ln>
                <a:solidFill>
                  <a:schemeClr val="tx1"/>
                </a:solidFill>
                <a:effectLst/>
                <a:latin typeface="Telegraf" panose="00000500000000000000" pitchFamily="50" charset="0"/>
              </a:rPr>
              <a:t>.</a:t>
            </a:r>
          </a:p>
          <a:p>
            <a:pPr marL="285750" lvl="0" indent="-285750" algn="just" eaLnBrk="0" fontAlgn="base" hangingPunct="0">
              <a:lnSpc>
                <a:spcPct val="150000"/>
              </a:lnSpc>
              <a:spcBef>
                <a:spcPct val="0"/>
              </a:spcBef>
              <a:spcAft>
                <a:spcPct val="0"/>
              </a:spcAft>
              <a:buClrTx/>
              <a:buFont typeface="Arial" panose="020B0604020202020204" pitchFamily="34" charset="0"/>
              <a:buChar char="•"/>
            </a:pPr>
            <a:r>
              <a:rPr lang="es-PE" sz="2000" dirty="0">
                <a:solidFill>
                  <a:schemeClr val="tx1"/>
                </a:solidFill>
                <a:latin typeface="Telegraf" panose="00000500000000000000" pitchFamily="50" charset="0"/>
              </a:rPr>
              <a:t>Universidad Peruana del Norte</a:t>
            </a:r>
            <a:r>
              <a:rPr kumimoji="0" lang="es-PE" sz="2000" b="0" i="0" u="none" strike="noStrike" cap="none" normalizeH="0" baseline="0" noProof="0" dirty="0">
                <a:ln>
                  <a:noFill/>
                </a:ln>
                <a:solidFill>
                  <a:schemeClr val="tx1"/>
                </a:solidFill>
                <a:effectLst/>
                <a:latin typeface="Telegraf" panose="00000500000000000000" pitchFamily="50" charset="0"/>
              </a:rPr>
              <a:t>. (2026). </a:t>
            </a:r>
            <a:r>
              <a:rPr lang="es-419" sz="2000" i="1" dirty="0">
                <a:solidFill>
                  <a:schemeClr val="tx1"/>
                </a:solidFill>
                <a:latin typeface="Sharp Grotesk Bold 15" panose="00000806000000000000" pitchFamily="50" charset="0"/>
              </a:rPr>
              <a:t>JDBC</a:t>
            </a:r>
            <a:r>
              <a:rPr lang="es-419" sz="2000" dirty="0">
                <a:solidFill>
                  <a:schemeClr val="tx1"/>
                </a:solidFill>
                <a:latin typeface="Sharp Grotesk Bold 15" panose="00000806000000000000" pitchFamily="50" charset="0"/>
              </a:rPr>
              <a:t>. Técnicas de programación orientada a objetos [diapositiva PowerPoint – </a:t>
            </a:r>
            <a:r>
              <a:rPr lang="es-419" sz="2000" dirty="0" err="1">
                <a:solidFill>
                  <a:schemeClr val="tx1"/>
                </a:solidFill>
                <a:latin typeface="Sharp Grotesk Bold 15" panose="00000806000000000000" pitchFamily="50" charset="0"/>
              </a:rPr>
              <a:t>Sesion</a:t>
            </a:r>
            <a:r>
              <a:rPr lang="es-419" sz="2000" dirty="0">
                <a:solidFill>
                  <a:schemeClr val="tx1"/>
                </a:solidFill>
                <a:latin typeface="Sharp Grotesk Bold 15" panose="00000806000000000000" pitchFamily="50" charset="0"/>
              </a:rPr>
              <a:t> 07]</a:t>
            </a:r>
            <a:r>
              <a:rPr kumimoji="0" lang="es-PE" sz="2000" b="0" i="0" u="none" strike="noStrike" cap="none" normalizeH="0" baseline="0" noProof="0" dirty="0">
                <a:ln>
                  <a:noFill/>
                </a:ln>
                <a:solidFill>
                  <a:schemeClr val="tx1"/>
                </a:solidFill>
                <a:effectLst/>
                <a:latin typeface="Telegraf" panose="00000500000000000000" pitchFamily="50" charset="0"/>
              </a:rPr>
              <a:t>.</a:t>
            </a:r>
          </a:p>
          <a:p>
            <a:pPr marL="285750" indent="-285750" algn="just" eaLnBrk="0" fontAlgn="base" hangingPunct="0">
              <a:lnSpc>
                <a:spcPct val="150000"/>
              </a:lnSpc>
              <a:spcBef>
                <a:spcPct val="0"/>
              </a:spcBef>
              <a:spcAft>
                <a:spcPct val="0"/>
              </a:spcAft>
              <a:buClrTx/>
              <a:buFont typeface="Arial" panose="020B0604020202020204" pitchFamily="34" charset="0"/>
              <a:buChar char="•"/>
            </a:pPr>
            <a:r>
              <a:rPr lang="es-PE" sz="2000" dirty="0">
                <a:solidFill>
                  <a:schemeClr val="tx1"/>
                </a:solidFill>
                <a:latin typeface="Telegraf" panose="00000500000000000000" pitchFamily="50" charset="0"/>
              </a:rPr>
              <a:t>Universidad Peruana del Norte. (2026). </a:t>
            </a:r>
            <a:r>
              <a:rPr lang="es-419" sz="2000" i="1" dirty="0">
                <a:solidFill>
                  <a:schemeClr val="tx1"/>
                </a:solidFill>
                <a:latin typeface="Sharp Grotesk Bold 15" panose="00000806000000000000" pitchFamily="50" charset="0"/>
              </a:rPr>
              <a:t>Herencia y Polimorfismo</a:t>
            </a:r>
            <a:r>
              <a:rPr lang="es-419" sz="2000" dirty="0">
                <a:solidFill>
                  <a:schemeClr val="tx1"/>
                </a:solidFill>
                <a:latin typeface="Sharp Grotesk Bold 15" panose="00000806000000000000" pitchFamily="50" charset="0"/>
              </a:rPr>
              <a:t>. Técnicas de programación orientada a objetos [diapositiva PowerPoint – </a:t>
            </a:r>
            <a:r>
              <a:rPr lang="es-419" sz="2000" dirty="0" err="1">
                <a:solidFill>
                  <a:schemeClr val="tx1"/>
                </a:solidFill>
                <a:latin typeface="Sharp Grotesk Bold 15" panose="00000806000000000000" pitchFamily="50" charset="0"/>
              </a:rPr>
              <a:t>Sesion</a:t>
            </a:r>
            <a:r>
              <a:rPr lang="es-419" sz="2000" dirty="0">
                <a:solidFill>
                  <a:schemeClr val="tx1"/>
                </a:solidFill>
                <a:latin typeface="Sharp Grotesk Bold 15" panose="00000806000000000000" pitchFamily="50" charset="0"/>
              </a:rPr>
              <a:t> 04]</a:t>
            </a:r>
            <a:r>
              <a:rPr lang="es-PE" sz="2000" dirty="0">
                <a:solidFill>
                  <a:schemeClr val="tx1"/>
                </a:solidFill>
                <a:latin typeface="Telegraf" panose="00000500000000000000" pitchFamily="50" charset="0"/>
              </a:rPr>
              <a:t>.</a:t>
            </a:r>
          </a:p>
          <a:p>
            <a:pPr marL="285750" indent="-285750" algn="just" eaLnBrk="0" fontAlgn="base" hangingPunct="0">
              <a:lnSpc>
                <a:spcPct val="150000"/>
              </a:lnSpc>
              <a:spcBef>
                <a:spcPct val="0"/>
              </a:spcBef>
              <a:spcAft>
                <a:spcPct val="0"/>
              </a:spcAft>
              <a:buClrTx/>
              <a:buFont typeface="Arial" panose="020B0604020202020204" pitchFamily="34" charset="0"/>
              <a:buChar char="•"/>
            </a:pPr>
            <a:r>
              <a:rPr lang="es-PE" sz="2000" dirty="0">
                <a:solidFill>
                  <a:schemeClr val="tx1"/>
                </a:solidFill>
                <a:latin typeface="Telegraf" panose="00000500000000000000" pitchFamily="50" charset="0"/>
              </a:rPr>
              <a:t>Universidad Peruana del Norte. (2026). </a:t>
            </a:r>
            <a:r>
              <a:rPr lang="es-419" sz="2000" i="1" dirty="0">
                <a:solidFill>
                  <a:schemeClr val="tx1"/>
                </a:solidFill>
                <a:latin typeface="Sharp Grotesk Bold 15" panose="00000806000000000000" pitchFamily="50" charset="0"/>
              </a:rPr>
              <a:t>Swing</a:t>
            </a:r>
            <a:r>
              <a:rPr lang="es-419" sz="2000" dirty="0">
                <a:solidFill>
                  <a:schemeClr val="tx1"/>
                </a:solidFill>
                <a:latin typeface="Sharp Grotesk Bold 15" panose="00000806000000000000" pitchFamily="50" charset="0"/>
              </a:rPr>
              <a:t>. Técnicas de programación orientada a objetos [diapositiva PowerPoint – </a:t>
            </a:r>
            <a:r>
              <a:rPr lang="es-419" sz="2000" dirty="0" err="1">
                <a:solidFill>
                  <a:schemeClr val="tx1"/>
                </a:solidFill>
                <a:latin typeface="Sharp Grotesk Bold 15" panose="00000806000000000000" pitchFamily="50" charset="0"/>
              </a:rPr>
              <a:t>Sesion</a:t>
            </a:r>
            <a:r>
              <a:rPr lang="es-419" sz="2000" dirty="0">
                <a:solidFill>
                  <a:schemeClr val="tx1"/>
                </a:solidFill>
                <a:latin typeface="Sharp Grotesk Bold 15" panose="00000806000000000000" pitchFamily="50" charset="0"/>
              </a:rPr>
              <a:t> 06]</a:t>
            </a:r>
            <a:r>
              <a:rPr lang="es-PE" sz="2000" dirty="0">
                <a:solidFill>
                  <a:schemeClr val="tx1"/>
                </a:solidFill>
                <a:latin typeface="Telegraf" panose="00000500000000000000" pitchFamily="50" charset="0"/>
              </a:rPr>
              <a: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s-PE" sz="2000" b="0" i="0" u="none" strike="noStrike" cap="none" normalizeH="0" baseline="0" noProof="0" dirty="0">
                <a:ln>
                  <a:noFill/>
                </a:ln>
                <a:solidFill>
                  <a:schemeClr val="tx1"/>
                </a:solidFill>
                <a:effectLst/>
                <a:latin typeface="Telegraf" panose="00000500000000000000" pitchFamily="50" charset="0"/>
              </a:rPr>
              <a:t>.</a:t>
            </a:r>
          </a:p>
        </p:txBody>
      </p:sp>
    </p:spTree>
    <p:extLst>
      <p:ext uri="{BB962C8B-B14F-4D97-AF65-F5344CB8AC3E}">
        <p14:creationId xmlns:p14="http://schemas.microsoft.com/office/powerpoint/2010/main" val="40873091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EBA31"/>
        </a:solidFill>
        <a:effectLst/>
      </p:bgPr>
    </p:bg>
    <p:spTree>
      <p:nvGrpSpPr>
        <p:cNvPr id="1" name="">
          <a:extLst>
            <a:ext uri="{FF2B5EF4-FFF2-40B4-BE49-F238E27FC236}">
              <a16:creationId xmlns:a16="http://schemas.microsoft.com/office/drawing/2014/main" id="{9A1FEBCF-ABA4-CA89-6E5A-12CF86E18BE5}"/>
            </a:ext>
          </a:extLst>
        </p:cNvPr>
        <p:cNvGrpSpPr/>
        <p:nvPr/>
      </p:nvGrpSpPr>
      <p:grpSpPr>
        <a:xfrm>
          <a:off x="0" y="0"/>
          <a:ext cx="0" cy="0"/>
          <a:chOff x="0" y="0"/>
          <a:chExt cx="0" cy="0"/>
        </a:xfrm>
      </p:grpSpPr>
      <p:pic>
        <p:nvPicPr>
          <p:cNvPr id="2050" name="Picture 2" descr="Trabajando en Universidad Privada del Norte (UPN) | Great Place To Work®  Peru">
            <a:extLst>
              <a:ext uri="{FF2B5EF4-FFF2-40B4-BE49-F238E27FC236}">
                <a16:creationId xmlns:a16="http://schemas.microsoft.com/office/drawing/2014/main" id="{26B2A755-2AF6-98C4-D040-509511ECA7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8100" y="3570288"/>
            <a:ext cx="3505200" cy="2028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241398"/>
      </p:ext>
    </p:extLst>
  </p:cSld>
  <p:clrMapOvr>
    <a:masterClrMapping/>
  </p:clrMapOvr>
</p:sld>
</file>

<file path=ppt/theme/theme1.xml><?xml version="1.0" encoding="utf-8"?>
<a:theme xmlns:a="http://schemas.openxmlformats.org/drawingml/2006/main" name="Simple Light">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16462</TotalTime>
  <Words>1723</Words>
  <Application>Microsoft Office PowerPoint</Application>
  <PresentationFormat>Personalizado</PresentationFormat>
  <Paragraphs>217</Paragraphs>
  <Slides>54</Slides>
  <Notes>53</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54</vt:i4>
      </vt:variant>
    </vt:vector>
  </HeadingPairs>
  <TitlesOfParts>
    <vt:vector size="60" baseType="lpstr">
      <vt:lpstr>Arial</vt:lpstr>
      <vt:lpstr>Sharp Grotesk Bold 15</vt:lpstr>
      <vt:lpstr>Telegraf</vt:lpstr>
      <vt:lpstr>Wingdings</vt:lpstr>
      <vt:lpstr>Simple Light</vt:lpstr>
      <vt:lpstr>1_Simple Light</vt:lpstr>
      <vt:lpstr>SISTEMA DE GESTION PARA BIBLIOTECA COMUNITARIA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DE LA SEMANA</dc:title>
  <dc:creator>Usuario</dc:creator>
  <cp:lastModifiedBy>Jorge Alv.</cp:lastModifiedBy>
  <cp:revision>126</cp:revision>
  <dcterms:modified xsi:type="dcterms:W3CDTF">2026-07-13T13:19:27Z</dcterms:modified>
</cp:coreProperties>
</file>